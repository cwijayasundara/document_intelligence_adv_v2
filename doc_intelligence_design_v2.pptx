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669280"/>
            <a:ext cx="12161520" cy="73152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0116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 Document Intelligence Platform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Revised System Design — Unified LangGraph Pipeline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+ Bulk on one graph</a:t>
            </a:r>
            <a:pPr indent="0" marL="0">
              <a:buNone/>
            </a:pPr>
            <a:r>
              <a:rPr lang="en-US" sz="14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Confidence-gated HITL review</a:t>
            </a:r>
            <a:pPr indent="0" marL="0">
              <a:buNone/>
            </a:pPr>
            <a:r>
              <a:rPr lang="en-US" sz="14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middleware stack (PII, retry, rate-limit)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VP Engineering  |  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in the revised design, and what stayed the same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097280" cy="4572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5486400" cy="502920"/>
          </a:xfrm>
          <a:prstGeom prst="rect">
            <a:avLst/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459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34440" y="16916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&amp; Why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192024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deltas since v1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09360" y="1645920"/>
            <a:ext cx="5486400" cy="502920"/>
          </a:xfrm>
          <a:prstGeom prst="rect">
            <a:avLst/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6459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995160" y="16916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95160" y="192024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and modes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286000"/>
            <a:ext cx="5486400" cy="502920"/>
          </a:xfrm>
          <a:prstGeom prst="rect">
            <a:avLst/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2860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34440" y="23317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25603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block diagram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09360" y="2286000"/>
            <a:ext cx="5486400" cy="502920"/>
          </a:xfrm>
          <a:prstGeom prst="rect">
            <a:avLst/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2860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95160" y="23317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LangGraph Pipeline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95160" y="25603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+ bulk on one graph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2926080"/>
            <a:ext cx="5486400" cy="502920"/>
          </a:xfrm>
          <a:prstGeom prst="rect">
            <a:avLst/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9260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234440" y="29718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Gates &amp; HITL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34440" y="320040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routing and interrupts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09360" y="2926080"/>
            <a:ext cx="5486400" cy="502920"/>
          </a:xfrm>
          <a:prstGeom prst="rect">
            <a:avLst/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29260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995160" y="29718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Nodes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5160" y="320040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→ ingest, node-by-node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3566160"/>
            <a:ext cx="5486400" cy="502920"/>
          </a:xfrm>
          <a:prstGeom prst="rect">
            <a:avLst/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5661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234440" y="36118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Middleware Stack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234440" y="384048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PII, retry, rate-limit, run-guard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09360" y="3566160"/>
            <a:ext cx="5486400" cy="502920"/>
          </a:xfrm>
          <a:prstGeom prst="rect">
            <a:avLst/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35661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995160" y="36118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&amp; Extraction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95160" y="384048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Schemas, judging, review flags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4206240"/>
            <a:ext cx="5486400" cy="502920"/>
          </a:xfrm>
          <a:prstGeom prst="rect">
            <a:avLst/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2062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1234440" y="42519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 &amp; RAG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234440" y="448056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attributes, hybrid search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309360" y="4206240"/>
            <a:ext cx="5486400" cy="502920"/>
          </a:xfrm>
          <a:prstGeom prst="rect">
            <a:avLst/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0" y="42062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6995160" y="42519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Agent &amp; Analytics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995160" y="448056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NL-to-SQL with schema guards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48640" y="4846320"/>
            <a:ext cx="5486400" cy="502920"/>
          </a:xfrm>
          <a:prstGeom prst="rect">
            <a:avLst/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48463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1234440" y="48920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Event Bus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234440" y="512064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+ SSE progress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309360" y="4846320"/>
            <a:ext cx="5486400" cy="502920"/>
          </a:xfrm>
          <a:prstGeom prst="rect">
            <a:avLst/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0" y="48463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5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6995160" y="48920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Frontend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995160" y="512064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Weaviate, React 19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PE Document Intelligence  |  Revised Design  |  April 2026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155680" y="65836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Changed &amp; Why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architectural deltas since the previous design deck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097280" cy="4572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5486400" cy="4663440"/>
          </a:xfrm>
          <a:prstGeom prst="rect">
            <a:avLst/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37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(v1)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orchestrators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DeepAgent (single-doc) + separate LangGraph (bulk)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per agent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subagent wired its own PII / retry / limits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flow, no HITL branching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step existed only in single-doc UI path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Resume/retry logic split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code paths for single vs bulk resume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645920"/>
            <a:ext cx="5486400" cy="4663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1737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(current)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14884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LangGraph StateGraph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pipeline handles single + bulk documents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middleware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PII filter, retry, rate-limit, run-guard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Confidence-based gates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route_after_parse / route_after_extract → interrupt()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PipelineRunner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/ resume / retry_node on one checkpointer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6355080"/>
            <a:ext cx="11109960" cy="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PE Document Intelligence  |  Revised Design  |  April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5836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processing for LPA, Subscription Agreements, and Side Letters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097280" cy="4572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26974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00200"/>
            <a:ext cx="73152" cy="155448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373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Parse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Reducto Cloud API. PDF/DOCX/XLSX/images. SHA-256 dedup on upload.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01568" y="1600200"/>
            <a:ext cx="26974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01568" y="1600200"/>
            <a:ext cx="73152" cy="1554480"/>
          </a:xfrm>
          <a:prstGeom prst="rect">
            <a:avLst/>
          </a:prstGeom>
          <a:solidFill>
            <a:srgbClr val="4F86F7"/>
          </a:solidFill>
          <a:ln w="12700">
            <a:solidFill>
              <a:srgbClr val="4F86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84448" y="17373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84448" y="21031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filename + content/summary LLM classifier. Confidence 0–100.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6974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54496" y="1600200"/>
            <a:ext cx="73152" cy="1554480"/>
          </a:xfrm>
          <a:prstGeom prst="rect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37376" y="17373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37376" y="21031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Pydantic schema per category. Value + verbatim source quote.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07424" y="1600200"/>
            <a:ext cx="26974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07424" y="1600200"/>
            <a:ext cx="73152" cy="155448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90304" y="17373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290304" y="21031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LLM pass scoring each field high/medium/low.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337560"/>
            <a:ext cx="26974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337560"/>
            <a:ext cx="73152" cy="1554480"/>
          </a:xfrm>
          <a:prstGeom prst="rect">
            <a:avLst/>
          </a:prstGeom>
          <a:solidFill>
            <a:srgbClr val="4F86F7"/>
          </a:solidFill>
          <a:ln w="12700">
            <a:solidFill>
              <a:srgbClr val="4F86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4747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384048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PE attributes preserved. No truncation.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01568" y="3337560"/>
            <a:ext cx="26974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01568" y="3337560"/>
            <a:ext cx="73152" cy="1554480"/>
          </a:xfrm>
          <a:prstGeom prst="rect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84448" y="34747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584448" y="384048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BM25 + vector, cross-encoder re-rank, cited answers.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54496" y="3337560"/>
            <a:ext cx="26974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54496" y="3337560"/>
            <a:ext cx="73152" cy="155448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37376" y="34747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37376" y="384048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NL-to-SQL data agent with auto chart recommendation.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107424" y="3337560"/>
            <a:ext cx="26974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107424" y="3337560"/>
            <a:ext cx="73152" cy="1554480"/>
          </a:xfrm>
          <a:prstGeom prst="rect">
            <a:avLst/>
          </a:prstGeom>
          <a:solidFill>
            <a:srgbClr val="4F86F7"/>
          </a:solidFill>
          <a:ln w="12700">
            <a:solidFill>
              <a:srgbClr val="4F86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90304" y="34747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290304" y="384048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fire-and-forget + SSE progress stream.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5212080"/>
            <a:ext cx="11109960" cy="1097280"/>
          </a:xfrm>
          <a:prstGeom prst="rect">
            <a:avLst/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53035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Processing Modes — Same Graph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31520" y="56235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Document: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user-driven, editable at parse + extraction review gates.   </a:t>
            </a:r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Automated: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concurrent processing (asyncio.Semaphore, default 10), auto-ingest on high confidence.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PE Document Intelligence  |  Revised Design  |  April 2026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155680" y="65836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High-Level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frontend → FastAPI → unified LangGraph pipeline → external services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097280" cy="4572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1110996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0200"/>
            <a:ext cx="11109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+ TypeScript  |  TanStack Query  |  SSE (useEventStream)  |  TipTap editor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1109960" cy="640080"/>
          </a:xfrm>
          <a:prstGeom prst="rect">
            <a:avLst/>
          </a:prstGeom>
          <a:solidFill>
            <a:srgbClr val="2C3F6E"/>
          </a:solidFill>
          <a:ln w="12700">
            <a:solidFill>
              <a:srgbClr val="2C3F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31720"/>
            <a:ext cx="11109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 3.13)  |  REST  •  SSE  •  CORS  •  RunGuard (no duplicate doc runs)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11109960" cy="2011680"/>
          </a:xfrm>
          <a:prstGeom prst="rect">
            <a:avLst/>
          </a:prstGeom>
          <a:solidFill>
            <a:srgbClr val="EAF0FB"/>
          </a:solidFill>
          <a:ln w="12700">
            <a:solidFill>
              <a:srgbClr val="D6DE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154680"/>
            <a:ext cx="11109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LangGraph Pipeline (PipelineRunner + MemorySaver checkpointer)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61188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6118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94560" y="3611880"/>
            <a:ext cx="201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524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395728" y="361188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95728" y="36118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13048" y="3611880"/>
            <a:ext cx="201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524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14216" y="361188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14216" y="36118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31536" y="3611880"/>
            <a:ext cx="201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524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32704" y="361188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32704" y="36118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50024" y="3611880"/>
            <a:ext cx="201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524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251192" y="361188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51192" y="36118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68512" y="3611880"/>
            <a:ext cx="201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524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869680" y="361188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69680" y="36118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508760" y="434340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08760" y="4343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await_parse_review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269480" y="434340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69480" y="4343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await_extraction_review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4892040"/>
            <a:ext cx="11109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gates — LangGraph interrupt() when confidence below threshold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349240"/>
            <a:ext cx="26517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5349240"/>
            <a:ext cx="2651760" cy="73152"/>
          </a:xfrm>
          <a:prstGeom prst="rect">
            <a:avLst/>
          </a:prstGeom>
          <a:solidFill>
            <a:srgbClr val="4F86F7"/>
          </a:solidFill>
          <a:ln w="12700">
            <a:solidFill>
              <a:srgbClr val="4F86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5532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Reducto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85800" y="5943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parsing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337560" y="5349240"/>
            <a:ext cx="26517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37560" y="5349240"/>
            <a:ext cx="2651760" cy="73152"/>
          </a:xfrm>
          <a:prstGeom prst="rect">
            <a:avLst/>
          </a:prstGeom>
          <a:solidFill>
            <a:srgbClr val="4F86F7"/>
          </a:solidFill>
          <a:ln w="12700">
            <a:solidFill>
              <a:srgbClr val="4F86F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0" y="5532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474720" y="5943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+ state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126480" y="5349240"/>
            <a:ext cx="26517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26480" y="5349240"/>
            <a:ext cx="2651760" cy="73152"/>
          </a:xfrm>
          <a:prstGeom prst="rect">
            <a:avLst/>
          </a:prstGeom>
          <a:solidFill>
            <a:srgbClr val="4F86F7"/>
          </a:solidFill>
          <a:ln w="12700">
            <a:solidFill>
              <a:srgbClr val="4F86F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63640" y="5532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Weaviate 1.30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63640" y="5943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(hybrid)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915400" y="5349240"/>
            <a:ext cx="26517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915400" y="5349240"/>
            <a:ext cx="2651760" cy="73152"/>
          </a:xfrm>
          <a:prstGeom prst="rect">
            <a:avLst/>
          </a:prstGeom>
          <a:solidFill>
            <a:srgbClr val="4F86F7"/>
          </a:solidFill>
          <a:ln w="12700">
            <a:solidFill>
              <a:srgbClr val="4F86F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052560" y="5532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9052560" y="5943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GPT-5.4-mini  |  GPT-5.3-codex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PE Document Intelligence  |  Revised Design  |  April 2026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155680" y="65836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Unified LangGraph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graph, single runner — single-doc and bulk share every node and every gate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097280" cy="4572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33172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317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77440" y="233172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2331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route_after_parse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60020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F0B24B"/>
          </a:solidFill>
          <a:ln w="12700">
            <a:solidFill>
              <a:srgbClr val="F0B2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await_parse_review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0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interrupt()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583680" y="233172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331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321040" y="233172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23317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012680" y="233172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12680" y="23317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920240" y="2651760"/>
            <a:ext cx="4572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931920" y="2651760"/>
            <a:ext cx="265176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709160" y="2487168"/>
            <a:ext cx="10972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confidence ≥ 90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154680" y="2331720"/>
            <a:ext cx="1234440" cy="-41148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3223260" y="1961388"/>
            <a:ext cx="10972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conf &lt; 90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257800" y="2240280"/>
            <a:ext cx="2011680" cy="9144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955280" y="2651760"/>
            <a:ext cx="36576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601200" y="2651760"/>
            <a:ext cx="41148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012680" y="356616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12680" y="35661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route_after_extract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863840" y="457200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F0B24B"/>
          </a:solidFill>
          <a:ln w="12700">
            <a:solidFill>
              <a:srgbClr val="F0B2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0" y="4617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await_extraction_review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863840" y="4892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interrupt()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303520" y="356616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0" y="35661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00400" y="356616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0" y="35661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0652760" y="2971800"/>
            <a:ext cx="0" cy="59436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0012680" y="3886200"/>
            <a:ext cx="-333756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7795260" y="3721608"/>
            <a:ext cx="10972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no review flags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0241280" y="4206240"/>
            <a:ext cx="-1280160" cy="36576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9052560" y="4224528"/>
            <a:ext cx="10972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low conf fields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863840" y="4892040"/>
            <a:ext cx="-1188720" cy="-86868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5303520" y="3886200"/>
            <a:ext cx="-64008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48640" y="5257800"/>
            <a:ext cx="11109960" cy="1234440"/>
          </a:xfrm>
          <a:prstGeom prst="rect">
            <a:avLst/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" y="5349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Properties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31520" y="5669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graph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bulk/pipeline.py → StateGraph(DocumentState)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389120" y="5669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= doc_id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PipelineRunner uses document UUID as checkpoint thread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046720" y="5669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Resumable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MemorySaver checkpointer + interrupt_before waits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31520" y="6080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bulk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asyncio.Semaphore, DEFAULT_CONCURRENCY = 10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389120" y="6080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reuse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service classes used by API and graph nodes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046720" y="6080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HITL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route_* functions inspect state only — pure logic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PE Document Intelligence  |  Revised Design  |  April 2026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155680" y="65836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Confidence Gates &amp; Human-in-the-Loop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is pure state inspection — gates decide whether to pause or flow through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097280" cy="4572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54864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73152" cy="237744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7373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route_after_parse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parse_confidence_pct ≥ 90%  (settings.parse_confidence_threshold)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46888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threshold  →  summarize  (automatic)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26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threshold  →  await_parse_review  (pause)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can edit parsed markdown in TipTap, then resume via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PipelineRunner.resume(doc_id)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645920"/>
            <a:ext cx="54864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645920"/>
            <a:ext cx="73152" cy="2377440"/>
          </a:xfrm>
          <a:prstGeom prst="rect">
            <a:avLst/>
          </a:prstGeom>
          <a:solidFill>
            <a:srgbClr val="4F86F7"/>
          </a:solidFill>
          <a:ln w="12700">
            <a:solidFill>
              <a:srgbClr val="4F86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7373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route_after_extract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21031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any(result.requires_review) set by Judge subagent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246888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review flags  →  ingest  (automatic)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26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flag set     →  await_extraction_review  (pause)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Triggers: LOW confidence, MEDIUM + empty value, required-but-empty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11109960" cy="2194560"/>
          </a:xfrm>
          <a:prstGeom prst="rect">
            <a:avLst/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297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Lifecycle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4754880"/>
            <a:ext cx="17830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48920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132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fires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57150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State-only decision; no LLM call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78608" y="4754880"/>
            <a:ext cx="17830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15768" y="48920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15768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670048" y="54132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persisted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70048" y="57150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documents.status = awaiting_*_review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425696" y="4754880"/>
            <a:ext cx="17830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62856" y="48920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62856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17136" y="54132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interrupt()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17136" y="57150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suspends on thread_id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72784" y="4754880"/>
            <a:ext cx="17830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9944" y="48920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9944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364224" y="54132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edits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64224" y="57150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TipTap or field review form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119872" y="4754880"/>
            <a:ext cx="17830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57032" y="48920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57032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211312" y="54132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Runner.resume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211312" y="57150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reloads state, re-enters node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966960" y="4754880"/>
            <a:ext cx="17830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104120" y="48920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10412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0058400" y="54132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resumes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0058400" y="57150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Continues to next node with fresh data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PE Document Intelligence  |  Revised Design  |  April 2026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155680" y="65836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Nodes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is a thin wrapper over a shared service — same code runs single or bulk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097280" cy="4572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1110996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45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17520" y="16459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/ Agent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95160" y="1645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it writes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057400"/>
            <a:ext cx="11109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0574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20574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ParseService + ReductoClient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95160" y="20574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parse_confidence_pct, parsed_path, parsed_content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560320"/>
            <a:ext cx="11109960" cy="502920"/>
          </a:xfrm>
          <a:prstGeom prst="rect">
            <a:avLst/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5603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6D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await_parse_review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25603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interrupt() + DB status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95160" y="2560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= awaiting_parse_review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063240"/>
            <a:ext cx="11109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0632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summarize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17520" y="3063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SummarizeService (17 PE attrs)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95160" y="30632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summary_text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566160"/>
            <a:ext cx="11109960" cy="502920"/>
          </a:xfrm>
          <a:prstGeom prst="rect">
            <a:avLst/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566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17520" y="35661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ClassifierAgent (hybrid signals)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95160" y="3566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classification_result, category_id, category_name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069080"/>
            <a:ext cx="11109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069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017520" y="40690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ExtractorAgent + Judge subagent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95160" y="4069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extraction_results[], judge_results[], requires_review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4572000"/>
            <a:ext cx="11109960" cy="502920"/>
          </a:xfrm>
          <a:prstGeom prst="rect">
            <a:avLst/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5720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6D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await_extraction_review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017520" y="45720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interrupt() + DB status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95160" y="4572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= awaiting_extraction_review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074920"/>
            <a:ext cx="11109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50749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017520" y="50749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IngestionService → Weaviate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95160" y="5074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chunks_created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5577840"/>
            <a:ext cx="11109960" cy="502920"/>
          </a:xfrm>
          <a:prstGeom prst="rect">
            <a:avLst/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55778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finalize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017520" y="55778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+ timings + audit emit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995160" y="55778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end_time_ms, node_timings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8640" y="6172200"/>
            <a:ext cx="11109960" cy="32004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6172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records timing into state.node_timings and emits an event to PipelineEventBus — consumed by SSE stream and audit_logs.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PE Document Intelligence  |  Revised Design  |  April 2026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155680" y="65836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Middleware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concerns centralized — every agent and node call flows through the same layers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097280" cy="4572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call →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57400" y="1645920"/>
            <a:ext cx="1965960" cy="365760"/>
          </a:xfrm>
          <a:prstGeom prst="rect">
            <a:avLst/>
          </a:prstGeom>
          <a:solidFill>
            <a:srgbClr val="4F86F7"/>
          </a:solidFill>
          <a:ln w="12700">
            <a:solidFill>
              <a:srgbClr val="4F86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16459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RunGuard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96512" y="1645920"/>
            <a:ext cx="1965960" cy="365760"/>
          </a:xfrm>
          <a:prstGeom prst="rect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96512" y="16459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Filter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35624" y="1645920"/>
            <a:ext cx="1965960" cy="36576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35624" y="16459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74736" y="1645920"/>
            <a:ext cx="1965960" cy="365760"/>
          </a:xfrm>
          <a:prstGeom prst="rect">
            <a:avLst/>
          </a:prstGeom>
          <a:solidFill>
            <a:srgbClr val="E26D5A"/>
          </a:solidFill>
          <a:ln w="12700">
            <a:solidFill>
              <a:srgbClr val="E26D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74736" y="16459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(3x)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213848" y="1645920"/>
            <a:ext cx="1965960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13848" y="16459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Log Filter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331720"/>
            <a:ext cx="36576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331720"/>
            <a:ext cx="73152" cy="1280160"/>
          </a:xfrm>
          <a:prstGeom prst="rect">
            <a:avLst/>
          </a:prstGeom>
          <a:solidFill>
            <a:srgbClr val="4F86F7"/>
          </a:solidFill>
          <a:ln w="12700">
            <a:solidFill>
              <a:srgbClr val="4F86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468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RunGuard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28346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Per-document asyncio lock. Rejects concurrent runs on the same doc_id. Active-set bookkeeping + non-blocking try-acquire.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79392" y="2331720"/>
            <a:ext cx="36576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79392" y="2331720"/>
            <a:ext cx="73152" cy="1280160"/>
          </a:xfrm>
          <a:prstGeom prst="rect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62272" y="2468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Filter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62272" y="28346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+ passthrough list. Redacts SSN, phone, email, bank accounts, US addresses. Preserves PE terms (mgmt fee, carry, NAV…). REDACT / MASK / BLOCK strategies.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10144" y="2331720"/>
            <a:ext cx="36576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10144" y="2331720"/>
            <a:ext cx="73152" cy="128016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93024" y="2468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93024" y="28346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AgentRateLimiter tracks per-run LLM and tool calls. Hard caps: 50 LLM / 200 tool. Raises AgentRateLimitError on overflow.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3776472"/>
            <a:ext cx="36576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3776472"/>
            <a:ext cx="73152" cy="1280160"/>
          </a:xfrm>
          <a:prstGeom prst="rect">
            <a:avLst/>
          </a:prstGeom>
          <a:solidFill>
            <a:srgbClr val="E26D5A"/>
          </a:solidFill>
          <a:ln w="12700">
            <a:solidFill>
              <a:srgbClr val="E26D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39136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1520" y="427939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LLMRetryMiddleware. Retry on 429 / 5xx with exponential backoff (base 1s, max 60s) + optional fallback model. Non-retryable 4xx surface immediately.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279392" y="3776472"/>
            <a:ext cx="36576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279392" y="3776472"/>
            <a:ext cx="73152" cy="12801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62272" y="39136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Log Filter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462272" y="427939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handler wraps every emitted record through the PII filter — audit_logs and log files never store raw PII.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010144" y="3776472"/>
            <a:ext cx="36576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010144" y="3776472"/>
            <a:ext cx="73152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93024" y="39136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193024" y="427939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spans around every node + middleware. LangSmith tracing enabled on pipeline runs. Structured JSON logs.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5760720"/>
            <a:ext cx="11109960" cy="685800"/>
          </a:xfrm>
          <a:prstGeom prst="rect">
            <a:avLst/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57607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uniformly: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DeepAgent subagent call and every LangGraph node call passes through the same middleware stack — no per-agent wiring, no drift.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PE Document Intelligence  |  Revised Design  |  April 2026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155680" y="65836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Classification, Extraction &amp; Judging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signals for classification; dynamic schema + separate LLM judge for extraction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097280" cy="4572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5486400" cy="4663440"/>
          </a:xfrm>
          <a:prstGeom prst="rect">
            <a:avLst/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1 — Filename heuristic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LPA_*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Limited Partnership Agreement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Sub_*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Subscription Agreement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Side_Letter_*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Side Letter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4290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2 — Content/summary LLM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70332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Prefers summary if available; falls back to full parsed markdown (no truncation).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examples per category. Structured output: ClassificationResult.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0–100 → drives route_after_parse decision downstream.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5029200"/>
            <a:ext cx="1143000" cy="365760"/>
          </a:xfrm>
          <a:prstGeom prst="roundRect">
            <a:avLst>
              <a:gd name="adj" fmla="val 20000"/>
            </a:avLst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50292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90–100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11680" y="5029200"/>
            <a:ext cx="1143000" cy="365760"/>
          </a:xfrm>
          <a:prstGeom prst="roundRect">
            <a:avLst>
              <a:gd name="adj" fmla="val 20000"/>
            </a:avLst>
          </a:prstGeom>
          <a:solidFill>
            <a:srgbClr val="4F86F7"/>
          </a:solidFill>
          <a:ln w="12700">
            <a:solidFill>
              <a:srgbClr val="4F86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50292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70–89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5029200"/>
            <a:ext cx="1143000" cy="365760"/>
          </a:xfrm>
          <a:prstGeom prst="roundRect">
            <a:avLst>
              <a:gd name="adj" fmla="val 20000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50292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50–69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5029200"/>
            <a:ext cx="1143000" cy="365760"/>
          </a:xfrm>
          <a:prstGeom prst="roundRect">
            <a:avLst>
              <a:gd name="adj" fmla="val 20000"/>
            </a:avLst>
          </a:prstGeom>
          <a:solidFill>
            <a:srgbClr val="E26D5A"/>
          </a:solidFill>
          <a:ln w="12700">
            <a:solidFill>
              <a:srgbClr val="E26D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50292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54406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buckets → supports vs. ambiguous vs. guess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72200" y="1645920"/>
            <a:ext cx="5486400" cy="4663440"/>
          </a:xfrm>
          <a:prstGeom prst="rect">
            <a:avLst/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 + Judge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55080" y="2194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Pydantic schema per category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55080" y="24688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field produces TWO values: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value_source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(verbatim quote).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loaded from extraction_schemas + extraction_fields tables.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5080" y="34290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— separate LLM call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55080" y="370332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every field 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medium / low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source match, format validity, completeness.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requires_review = LOW  OR  (MEDIUM + empty)  OR  (required + empty).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flag → route_after_extract pauses at await_extraction_review.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55080" y="5029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LPA seeded fields (8):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55080" y="534924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53492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Name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680960" y="534924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53492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Partner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006840" y="534924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06840" y="53492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 Fee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332720" y="534924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332720" y="53492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Interest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55080" y="571500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57150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 Return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680960" y="571500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80960" y="57150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Term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006840" y="571500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06840" y="57150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Period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0332720" y="571500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332720" y="57150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Law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PE Document Intelligence  |  Revised Design  |  April 2026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155680" y="65836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Summarization &amp; RAG Retrieval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PE-attribute-preserving summaries feed retrieval; answers always cite source chunks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097280" cy="4572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548640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73152" cy="4663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parsed content. No truncation. 17 PE attributes enforced by system prompt.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2697480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6974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Name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77440" y="2697480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26974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Partner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77640" y="2697480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77640" y="26974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Partners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3054096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05409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 Fee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77440" y="3054096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77440" y="305409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Interest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977640" y="3054096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77640" y="305409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Return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" y="3410712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4107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Term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377440" y="3410712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77440" y="34107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Period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977640" y="3410712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77640" y="34107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Waterfall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77240" y="3767328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376732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Law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377440" y="3767328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0" y="376732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Commitment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977640" y="3767328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77640" y="376732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Person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77240" y="4123944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412394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Clawback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377440" y="4123944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77440" y="412394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Reps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977640" y="4123944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77640" y="412394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Discounts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77240" y="4480560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" y="44805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MFN Clauses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377440" y="4480560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77440" y="44805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Co-invest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172200" y="1645920"/>
            <a:ext cx="548640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72200" y="1645920"/>
            <a:ext cx="73152" cy="4663440"/>
          </a:xfrm>
          <a:prstGeom prst="rect">
            <a:avLst/>
          </a:prstGeom>
          <a:solidFill>
            <a:srgbClr val="4F86F7"/>
          </a:solidFill>
          <a:ln w="12700">
            <a:solidFill>
              <a:srgbClr val="4F86F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400800" y="2240280"/>
            <a:ext cx="502920" cy="502920"/>
          </a:xfrm>
          <a:prstGeom prst="ellipse">
            <a:avLst/>
          </a:prstGeom>
          <a:solidFill>
            <a:srgbClr val="4F86F7"/>
          </a:solidFill>
          <a:ln w="12700">
            <a:solidFill>
              <a:srgbClr val="4F86F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040880" y="21945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040880" y="24963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SemanticChunker, 512 tok / 100 overlap, markdown-header-aware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400800" y="3017520"/>
            <a:ext cx="502920" cy="502920"/>
          </a:xfrm>
          <a:prstGeom prst="ellipse">
            <a:avLst/>
          </a:prstGeom>
          <a:solidFill>
            <a:srgbClr val="4F86F7"/>
          </a:solidFill>
          <a:ln w="12700">
            <a:solidFill>
              <a:srgbClr val="4F86F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7040880" y="29718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7040880" y="327355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Weaviate DocumentChunks, text2vec-openai vectorizer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400800" y="3794760"/>
            <a:ext cx="502920" cy="502920"/>
          </a:xfrm>
          <a:prstGeom prst="ellipse">
            <a:avLst/>
          </a:prstGeom>
          <a:solidFill>
            <a:srgbClr val="4F86F7"/>
          </a:solidFill>
          <a:ln w="12700">
            <a:solidFill>
              <a:srgbClr val="4F86F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080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7040880" y="37490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7040880" y="40507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BM25 + vector, alpha configurable (0=keyword, 1=semantic, 0.5=balanced)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400800" y="4572000"/>
            <a:ext cx="502920" cy="502920"/>
          </a:xfrm>
          <a:prstGeom prst="ellipse">
            <a:avLst/>
          </a:prstGeom>
          <a:solidFill>
            <a:srgbClr val="4F86F7"/>
          </a:solidFill>
          <a:ln w="12700">
            <a:solidFill>
              <a:srgbClr val="4F86F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0080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7040880" y="45262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7040880" y="48280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(ms-marco). Top-K default 5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400800" y="5349240"/>
            <a:ext cx="502920" cy="502920"/>
          </a:xfrm>
          <a:prstGeom prst="ellipse">
            <a:avLst/>
          </a:prstGeom>
          <a:solidFill>
            <a:srgbClr val="4F86F7"/>
          </a:solidFill>
          <a:ln w="12700">
            <a:solidFill>
              <a:srgbClr val="4F86F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00800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7040880" y="53035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7040880" y="56052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agent composes citation-backed response. Scope: doc / category / global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864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PE Document Intelligence  |  Revised Design  |  April 2026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1155680" y="65836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Agent &amp; Analytics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to SQL, guarded by schema introspection and PII middleware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097280" cy="4572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21488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37360"/>
            <a:ext cx="2148840" cy="73152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Question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AnalyticsPage + ChatInput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97480" y="1737360"/>
            <a:ext cx="164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524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862072" y="1737360"/>
            <a:ext cx="21488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62072" y="1737360"/>
            <a:ext cx="2148840" cy="73152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53512" y="19202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Introspect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53512" y="2286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DB schema → LLM sys prompt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10912" y="1737360"/>
            <a:ext cx="164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524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75504" y="1737360"/>
            <a:ext cx="21488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75504" y="1737360"/>
            <a:ext cx="2148840" cy="73152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66944" y="19202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GPT-5.3-codex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66944" y="2286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parameterized SQL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24344" y="1737360"/>
            <a:ext cx="164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524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488936" y="1737360"/>
            <a:ext cx="21488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88936" y="1737360"/>
            <a:ext cx="2148840" cy="73152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0376" y="19202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580376" y="2286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SELECT-only whitelist, params binding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637776" y="1737360"/>
            <a:ext cx="164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524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802368" y="1737360"/>
            <a:ext cx="21488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802368" y="1737360"/>
            <a:ext cx="2148840" cy="73152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93808" y="19202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Rec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893808" y="2286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/ line / pie / table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3246120"/>
            <a:ext cx="36576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8640" y="3246120"/>
            <a:ext cx="73152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3383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SELECT-only whitelist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1520" y="37490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rejects any non-SELECT statement. No DDL, no DML.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279392" y="3246120"/>
            <a:ext cx="36576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279392" y="3246120"/>
            <a:ext cx="73152" cy="1234440"/>
          </a:xfrm>
          <a:prstGeom prst="rect">
            <a:avLst/>
          </a:prstGeom>
          <a:solidFill>
            <a:srgbClr val="4F86F7"/>
          </a:solidFill>
          <a:ln w="12700">
            <a:solidFill>
              <a:srgbClr val="4F86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62272" y="3383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execution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462272" y="37490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bound as parameters to prevent injection.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010144" y="3246120"/>
            <a:ext cx="36576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010144" y="3246120"/>
            <a:ext cx="73152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93024" y="3383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Filter middleware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193024" y="37490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sys prompt + results before logging.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8640" y="4617720"/>
            <a:ext cx="36576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48640" y="4617720"/>
            <a:ext cx="73152" cy="1234440"/>
          </a:xfrm>
          <a:prstGeom prst="rect">
            <a:avLst/>
          </a:prstGeom>
          <a:solidFill>
            <a:srgbClr val="4F86F7"/>
          </a:solidFill>
          <a:ln w="12700">
            <a:solidFill>
              <a:srgbClr val="4F86F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" y="4754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+ retry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31520" y="51206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Retry / RateLimit middleware as document agents.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279392" y="4617720"/>
            <a:ext cx="36576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279392" y="4617720"/>
            <a:ext cx="73152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62272" y="4754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chart recommendation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462272" y="51206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infers bar/line/pie/table from result shape.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010144" y="4617720"/>
            <a:ext cx="36576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8010144" y="4617720"/>
            <a:ext cx="73152" cy="1234440"/>
          </a:xfrm>
          <a:prstGeom prst="rect">
            <a:avLst/>
          </a:prstGeom>
          <a:solidFill>
            <a:srgbClr val="4F86F7"/>
          </a:solidFill>
          <a:ln w="12700">
            <a:solidFill>
              <a:srgbClr val="4F86F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93024" y="4754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193024" y="51206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ChartRenderer (Recharts). Interactive tables + charts.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PE Document Intelligence  |  Revised Design  |  April 2026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155680" y="65836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Framework &amp; Event Bus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block the hot path — audit writes are fire-and-forget; progress streams in real time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097280" cy="4572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11109960" cy="2194560"/>
          </a:xfrm>
          <a:prstGeom prst="rect">
            <a:avLst/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28600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860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Node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80360" y="2286000"/>
            <a:ext cx="182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524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063240" y="228600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4F86F7"/>
          </a:solidFill>
          <a:ln w="12700">
            <a:solidFill>
              <a:srgbClr val="4F86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22860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Queue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(bg thread)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66360" y="2286000"/>
            <a:ext cx="182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524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349240" y="228600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9240" y="22860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audit_logs (PG)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52360" y="2286000"/>
            <a:ext cx="182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524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35240" y="228600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35240" y="22860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PipelineEventBus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738360" y="2286000"/>
            <a:ext cx="182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524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921240" y="228600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21240" y="22860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Broadcast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383280"/>
            <a:ext cx="11109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&amp; forget — calling code never awaits persistence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160520"/>
            <a:ext cx="3657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4160520"/>
            <a:ext cx="73152" cy="1188720"/>
          </a:xfrm>
          <a:prstGeom prst="rect">
            <a:avLst/>
          </a:prstGeom>
          <a:solidFill>
            <a:srgbClr val="4F86F7"/>
          </a:solidFill>
          <a:ln w="12700">
            <a:solidFill>
              <a:srgbClr val="4F86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97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46634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asyncio loop drains queue; API latency unaffected.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79392" y="4160520"/>
            <a:ext cx="3657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79392" y="4160520"/>
            <a:ext cx="73152" cy="118872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62272" y="4297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events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462272" y="46634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AuditEvent is frozen dataclass — tamper-proof trail.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10144" y="4160520"/>
            <a:ext cx="3657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10144" y="4160520"/>
            <a:ext cx="73152" cy="1188720"/>
          </a:xfrm>
          <a:prstGeom prst="rect">
            <a:avLst/>
          </a:prstGeom>
          <a:solidFill>
            <a:srgbClr val="4F86F7"/>
          </a:solidFill>
          <a:ln w="12700">
            <a:solidFill>
              <a:srgbClr val="4F86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93024" y="4297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SSE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193024" y="46634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useEventStream hook consumes audit + pipeline progress.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5486400"/>
            <a:ext cx="3657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48640" y="5486400"/>
            <a:ext cx="73152" cy="118872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5623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shutdown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31520" y="59893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flushed before background thread terminates.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279392" y="5486400"/>
            <a:ext cx="3657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279392" y="5486400"/>
            <a:ext cx="73152" cy="1188720"/>
          </a:xfrm>
          <a:prstGeom prst="rect">
            <a:avLst/>
          </a:prstGeom>
          <a:solidFill>
            <a:srgbClr val="4F86F7"/>
          </a:solidFill>
          <a:ln w="12700">
            <a:solidFill>
              <a:srgbClr val="4F86F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62272" y="5623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types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462272" y="59893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document.*, parse.*, classification.*, extraction.*, rag.query, analytics.query, bulk.*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010144" y="5486400"/>
            <a:ext cx="3657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010144" y="5486400"/>
            <a:ext cx="73152" cy="118872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93024" y="5623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Per-job bus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193024" y="59893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PipelineEventBus subscribes by job_id; isolates bulk streams.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PE Document Intelligence  |  Revised Design  |  April 2026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155680" y="65836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 &amp; Frontend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+ Weaviate 1.30 + disk caches. React 19 consumer.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097280" cy="4572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374904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73152" cy="4663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37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tables, UUID PKs, asyncpg driver, selectinload to avoid N+1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5603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81635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documents, document_categories, document_summaries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2918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5478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extraction_schemas, extraction_fields, extracted_values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40233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27939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bulk_jobs, bulk_job_documents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754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501091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conversation_summaries, memory_entries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54864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574243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audit_logs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34840" y="1645920"/>
            <a:ext cx="374904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4840" y="1645920"/>
            <a:ext cx="73152" cy="4663440"/>
          </a:xfrm>
          <a:prstGeom prst="rect">
            <a:avLst/>
          </a:prstGeom>
          <a:solidFill>
            <a:srgbClr val="4F86F7"/>
          </a:solidFill>
          <a:ln w="12700">
            <a:solidFill>
              <a:srgbClr val="4F86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1737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Weaviate + Disk Caches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17720" y="2194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8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Weaviate 1.30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17720" y="25146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Collection: DocumentChunks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Vectorizer: text2vec-openai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Search: hybrid(BM25, vector)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17720" y="3749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8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layout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17720" y="406908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data/upload/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data/parsed/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markdown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data/extraction/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cache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data/summary/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cache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321040" y="1645920"/>
            <a:ext cx="3337560" cy="4663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0" y="1737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Frontend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503920" y="2103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TS + Tailwind + TanStack Query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503920" y="2514600"/>
            <a:ext cx="3063240" cy="502920"/>
          </a:xfrm>
          <a:prstGeom prst="rect">
            <a:avLst/>
          </a:prstGeom>
          <a:solidFill>
            <a:srgbClr val="2C3F6E"/>
          </a:solidFill>
          <a:ln w="12700">
            <a:solidFill>
              <a:srgbClr val="2C3F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95360" y="25146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875520" y="2514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grid + detail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503920" y="3108960"/>
            <a:ext cx="3063240" cy="502920"/>
          </a:xfrm>
          <a:prstGeom prst="rect">
            <a:avLst/>
          </a:prstGeom>
          <a:solidFill>
            <a:srgbClr val="2C3F6E"/>
          </a:solidFill>
          <a:ln w="12700">
            <a:solidFill>
              <a:srgbClr val="2C3F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95360" y="31089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875520" y="31089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Drag-drop, single + bulk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503920" y="3703320"/>
            <a:ext cx="3063240" cy="502920"/>
          </a:xfrm>
          <a:prstGeom prst="rect">
            <a:avLst/>
          </a:prstGeom>
          <a:solidFill>
            <a:srgbClr val="2C3F6E"/>
          </a:solidFill>
          <a:ln w="12700">
            <a:solidFill>
              <a:srgbClr val="2C3F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95360" y="37033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Parse/Edit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875520" y="37033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TipTap markdown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503920" y="4297680"/>
            <a:ext cx="3063240" cy="502920"/>
          </a:xfrm>
          <a:prstGeom prst="rect">
            <a:avLst/>
          </a:prstGeom>
          <a:solidFill>
            <a:srgbClr val="2C3F6E"/>
          </a:solidFill>
          <a:ln w="12700">
            <a:solidFill>
              <a:srgbClr val="2C3F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95360" y="42976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Jobs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875520" y="42976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per-doc progress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503920" y="4892040"/>
            <a:ext cx="3063240" cy="502920"/>
          </a:xfrm>
          <a:prstGeom prst="rect">
            <a:avLst/>
          </a:prstGeom>
          <a:solidFill>
            <a:srgbClr val="2C3F6E"/>
          </a:solidFill>
          <a:ln w="12700">
            <a:solidFill>
              <a:srgbClr val="2C3F6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95360" y="48920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Chat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875520" y="4892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cards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503920" y="5486400"/>
            <a:ext cx="3063240" cy="502920"/>
          </a:xfrm>
          <a:prstGeom prst="rect">
            <a:avLst/>
          </a:prstGeom>
          <a:solidFill>
            <a:srgbClr val="2C3F6E"/>
          </a:solidFill>
          <a:ln w="12700">
            <a:solidFill>
              <a:srgbClr val="2C3F6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95360" y="54864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875520" y="54864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visualization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PE Document Intelligence  |  Revised Design  |  April 2026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155680" y="65836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731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Summary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revised platform collapses two orchestrators into one — with shared middleware and data-driven HITL gates.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502920" cy="50292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3317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LangGraph StateGraph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265176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graph, same nodes, same checkpointer serves single-doc and bulk flows.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108960"/>
            <a:ext cx="502920" cy="50292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30632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Confidence-gated HITL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33832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route_after_parse / route_after_extract pause via LangGraph interrupt() — pure state-driven.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502920" cy="50292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7947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middleware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41148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filter, retry, rate-limit, run-guard, log scrubber applied uniformly to every call.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572000"/>
            <a:ext cx="502920" cy="50292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45262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PipelineRunner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484632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/ resume / retry_node — one API for both modes, backed by MemorySaver.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5303520"/>
            <a:ext cx="502920" cy="50292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52578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observability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17320" y="55778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audit + PipelineEventBus → SSE to frontend in real time.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 Document Intelligence Platform — Revised Design</dc:title>
  <dc:subject>PptxGenJS Presentation</dc:subject>
  <dc:creator>C K, VP Engineering</dc:creator>
  <cp:lastModifiedBy>C K, VP Engineering</cp:lastModifiedBy>
  <cp:revision>1</cp:revision>
  <dcterms:created xsi:type="dcterms:W3CDTF">2026-04-14T06:26:26Z</dcterms:created>
  <dcterms:modified xsi:type="dcterms:W3CDTF">2026-04-14T06:26:26Z</dcterms:modified>
</cp:coreProperties>
</file>