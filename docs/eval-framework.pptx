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011680"/>
            <a:ext cx="548640" cy="7315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E86DE"/>
                </a:solidFill>
                <a:latin typeface="Inter"/>
              </a:rPr>
              <a:t>PE DOCUMENT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0604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Evaluation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033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Inter"/>
              </a:rPr>
              <a:t>Grading every LLM touchpoint of the LangGraph pipeline,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Inter"/>
              </a:rPr>
              <a:t>the RAG layer, and the data agent.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52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E86DE"/>
                </a:solidFill>
                <a:latin typeface="Inter"/>
              </a:rPr>
              <a:t>Backend: backend/evals  ·  Tests: backend/tests/evals  ·  Migration: alembic 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722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Stack: Python · LangGraph · LangSmith · Postgres · React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Why a dedicated eval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73152" cy="2331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27048"/>
            <a:ext cx="525780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Eight LLM surfaces, one quality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257800" cy="17647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Classifier, extractor, judge, summarizer.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RAG retriever + agentic ReAct.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NL→SQL data agent, full pipeline graph.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Each one needs its own definition of correct.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2331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27048"/>
            <a:ext cx="525780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Catch silent regressions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5257800" cy="17647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Model upgrades change accuracy and calibration.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Prompt edits can break refusal behaviour.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Confidence drift goes unnoticed without ECE.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31920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931920"/>
            <a:ext cx="73152" cy="2331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41648"/>
            <a:ext cx="525780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Close the dogfood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5257800" cy="17647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Every UI correction lands in long-term memory.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Harvest job replays them as regression tests.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New corrections become new tests, automatically.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31920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931920"/>
            <a:ext cx="73152" cy="2331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41648"/>
            <a:ext cx="525780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Trust through provenance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34840"/>
            <a:ext cx="5257800" cy="17647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Every run stores model, judge model, git SHA.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Per-example prediction + expected + score.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Trends per (stage, evaluator) over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Architecture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0927" y="1554480"/>
            <a:ext cx="1920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0927" y="1554480"/>
            <a:ext cx="1920240" cy="914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0927" y="1719072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D2A4A"/>
                </a:solidFill>
                <a:latin typeface="Inter"/>
              </a:rPr>
              <a:t>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927" y="2011680"/>
            <a:ext cx="19202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JSONL goldens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per stage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50311" y="1847088"/>
            <a:ext cx="118872" cy="18288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78327" y="1554480"/>
            <a:ext cx="1920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78327" y="1554480"/>
            <a:ext cx="1920240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8327" y="1719072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D2A4A"/>
                </a:solidFill>
                <a:latin typeface="Inter"/>
              </a:rPr>
              <a:t>Runner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8327" y="2011680"/>
            <a:ext cx="19202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Loads, calls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production LLM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7711" y="1847088"/>
            <a:ext cx="118872" cy="18288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35727" y="1554480"/>
            <a:ext cx="1920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5727" y="1554480"/>
            <a:ext cx="19202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5727" y="1719072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D2A4A"/>
                </a:solidFill>
                <a:latin typeface="Inter"/>
              </a:rPr>
              <a:t>Evaluators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5727" y="2011680"/>
            <a:ext cx="19202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Metric · Judge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Rubric · Trajectory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65111" y="1847088"/>
            <a:ext cx="118872" cy="18288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93127" y="1554480"/>
            <a:ext cx="1920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93127" y="1554480"/>
            <a:ext cx="192024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93127" y="1719072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D2A4A"/>
                </a:solidFill>
                <a:latin typeface="Inter"/>
              </a:rPr>
              <a:t>Persistence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3127" y="2011680"/>
            <a:ext cx="19202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eval_runs +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eval_results (PG)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122511" y="1847088"/>
            <a:ext cx="118872" cy="18288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50527" y="1554480"/>
            <a:ext cx="1920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50527" y="1554480"/>
            <a:ext cx="1920240" cy="914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0527" y="1719072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D2A4A"/>
                </a:solidFill>
                <a:latin typeface="Inter"/>
              </a:rP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0527" y="2011680"/>
            <a:ext cx="19202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/evals scorecards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Inter"/>
              </a:rPr>
              <a:t>+ trends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2834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Side channels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246120"/>
            <a:ext cx="182880" cy="4114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24612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2A4A"/>
                </a:solidFill>
                <a:latin typeface="Inter"/>
              </a:rPr>
              <a:t>LangSmith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324612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Datasets synced as pe-doc-intel/&lt;stage&gt;; experiments + traces.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749040"/>
            <a:ext cx="182880" cy="4114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74904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2A4A"/>
                </a:solidFill>
                <a:latin typeface="Inter"/>
              </a:rPr>
              <a:t>Long-term memory → regression 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74904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harvest-regressions reads classification_corrections / extraction_corrections.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251960"/>
            <a:ext cx="182880" cy="4114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25196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2A4A"/>
                </a:solidFill>
                <a:latin typeface="Inter"/>
              </a:rPr>
              <a:t>Phoenix (optional)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425196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OTLP traces to localhost:6006 for live judge debugging.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Eight surfaces, one scoring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008022" cy="518160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17320"/>
            <a:ext cx="1843430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Inter"/>
              </a:rPr>
              <a:t>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0942" y="1417320"/>
            <a:ext cx="3346704" cy="518160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0670" y="1417320"/>
            <a:ext cx="3182112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Inter"/>
              </a:rPr>
              <a:t>Production callable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7646" y="1417320"/>
            <a:ext cx="5800953" cy="518160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67374" y="1417320"/>
            <a:ext cx="5636361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Inter"/>
              </a:rPr>
              <a:t>Why it needs evals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35480"/>
            <a:ext cx="2008022" cy="518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935480"/>
            <a:ext cx="1843430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classification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0942" y="1935480"/>
            <a:ext cx="3346704" cy="518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0670" y="1935480"/>
            <a:ext cx="3182112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classify_document()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7646" y="1935480"/>
            <a:ext cx="5800953" cy="518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67374" y="1935480"/>
            <a:ext cx="5636361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Wrong category → wrong extraction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53640"/>
            <a:ext cx="2008022" cy="51816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453640"/>
            <a:ext cx="1843430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extraction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0942" y="2453640"/>
            <a:ext cx="3346704" cy="51816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20670" y="2453640"/>
            <a:ext cx="3182112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extract_fields()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7646" y="2453640"/>
            <a:ext cx="5800953" cy="51816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67374" y="2453640"/>
            <a:ext cx="5636361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Field accuracy + verbatim provenance.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971800"/>
            <a:ext cx="2008022" cy="518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971800"/>
            <a:ext cx="1843430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judge (meta)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0942" y="2971800"/>
            <a:ext cx="3346704" cy="518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20670" y="2971800"/>
            <a:ext cx="3182112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src/graph_nodes/judge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7646" y="2971800"/>
            <a:ext cx="5800953" cy="518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67374" y="2971800"/>
            <a:ext cx="5636361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Confidence must correlate with correctness.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489960"/>
            <a:ext cx="2008022" cy="51816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3489960"/>
            <a:ext cx="1843430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summarize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0942" y="3489960"/>
            <a:ext cx="3346704" cy="51816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20670" y="3489960"/>
            <a:ext cx="3182112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summarize_document()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7646" y="3489960"/>
            <a:ext cx="5800953" cy="51816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67374" y="3489960"/>
            <a:ext cx="5636361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Faithfulness + PE-checklist coverage.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008120"/>
            <a:ext cx="2008022" cy="518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4008120"/>
            <a:ext cx="1843430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rag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10942" y="4008120"/>
            <a:ext cx="3346704" cy="518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20670" y="4008120"/>
            <a:ext cx="3182112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RAGService.query()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7646" y="4008120"/>
            <a:ext cx="5800953" cy="518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67374" y="4008120"/>
            <a:ext cx="5636361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Retrieval IR metrics + answer faithfulness.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526280"/>
            <a:ext cx="2008022" cy="51816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4526280"/>
            <a:ext cx="1843430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agentic_rag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0942" y="4526280"/>
            <a:ext cx="3346704" cy="51816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20670" y="4526280"/>
            <a:ext cx="3182112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agentic_rag_query()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57646" y="4526280"/>
            <a:ext cx="5800953" cy="51816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67374" y="4526280"/>
            <a:ext cx="5636361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Tool-call trajectory quality, not just answer.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044440"/>
            <a:ext cx="2008022" cy="518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5044440"/>
            <a:ext cx="1843430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sql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10942" y="5044440"/>
            <a:ext cx="3346704" cy="518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20670" y="5044440"/>
            <a:ext cx="3182112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run_analytics_query()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57646" y="5044440"/>
            <a:ext cx="5800953" cy="518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67374" y="5044440"/>
            <a:ext cx="5636361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NL→SQL safety + intent + chart shape.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562600"/>
            <a:ext cx="2008022" cy="51816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2648" y="5562600"/>
            <a:ext cx="1843430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pipeline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10942" y="5562600"/>
            <a:ext cx="3346704" cy="51816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20670" y="5562600"/>
            <a:ext cx="3182112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build_pipeline().ainvoke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57646" y="5562600"/>
            <a:ext cx="5800953" cy="51816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67374" y="5562600"/>
            <a:ext cx="5636361" cy="518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Stage reachability + review-gate firing.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61722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Every evaluator returns the same shape: { key, score, comment } — that uniformity is what lets the runner aggregate, persist, and chart anything.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Four evaluator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5778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73152" cy="242316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2A4A"/>
                </a:solidFill>
                <a:latin typeface="Inter"/>
              </a:rPr>
              <a:t>Metric-based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Deterministic · cheap · CI-safe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525780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exact match, numeric tolerance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Recall@K, MRR, nDCG@K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ECE (confidence calibration)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source-text substring check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PE-checklist coverage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5778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73152" cy="24231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2A4A"/>
                </a:solidFill>
                <a:latin typeface="Inter"/>
              </a:rPr>
              <a:t>LLM-as-judge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Pydantic-structured · single criterion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48840"/>
            <a:ext cx="525780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summary + RAG faithfulness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answer / context relevance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extraction source fidelity (3-way)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judge-meta calibration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RAGAS triad (optional)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23360"/>
            <a:ext cx="55778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023360"/>
            <a:ext cx="73152" cy="2423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2A4A"/>
                </a:solidFill>
                <a:latin typeface="Inter"/>
              </a:rPr>
              <a:t>Rubric-based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3484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YAML, multi-criterion, weighted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525780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extraction (4 criteria)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summary (5 criteria)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sql (5 criteria)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agent_trajectory (4 criteria)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auditable per-criterion reasoning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023360"/>
            <a:ext cx="55778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023360"/>
            <a:ext cx="73152" cy="2423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11480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2A4A"/>
                </a:solidFill>
                <a:latin typeface="Inter"/>
              </a:rPr>
              <a:t>Trajectory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3484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Tool-call sequence 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754880"/>
            <a:ext cx="525780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subset (required tools called)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partial-order pairs respected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no-unnecessary-calls (call budget)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tool input quality (LLM judge)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agent trajectory rubric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LAYER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Metric-based — fast, deterministic, CI-safe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346704" cy="538480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17320"/>
            <a:ext cx="3182112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Inter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9624" y="1417320"/>
            <a:ext cx="2008022" cy="538480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9352" y="1417320"/>
            <a:ext cx="1843430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Inter"/>
              </a:rPr>
              <a:t>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7646" y="1417320"/>
            <a:ext cx="5800953" cy="538480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67374" y="1417320"/>
            <a:ext cx="5636361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Inter"/>
              </a:rPr>
              <a:t>What it scores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55800"/>
            <a:ext cx="3346704" cy="538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955800"/>
            <a:ext cx="3182112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classification_accuracy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9624" y="1955800"/>
            <a:ext cx="2008022" cy="538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1955800"/>
            <a:ext cx="1843430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classification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7646" y="1955800"/>
            <a:ext cx="5800953" cy="538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67374" y="1955800"/>
            <a:ext cx="5636361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Case-insensitive name match.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94280"/>
            <a:ext cx="3346704" cy="5384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494280"/>
            <a:ext cx="3182112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calibration_ece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9624" y="2494280"/>
            <a:ext cx="2008022" cy="5384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59352" y="2494280"/>
            <a:ext cx="1843430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classification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7646" y="2494280"/>
            <a:ext cx="5800953" cy="5384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67374" y="2494280"/>
            <a:ext cx="5636361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Expected Calibration Error across confidence deciles. Lower is better.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32760"/>
            <a:ext cx="3346704" cy="538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3032760"/>
            <a:ext cx="3182112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extraction_exact_match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9624" y="3032760"/>
            <a:ext cx="2008022" cy="538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9352" y="3032760"/>
            <a:ext cx="1843430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extraction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7646" y="3032760"/>
            <a:ext cx="5800953" cy="538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67374" y="3032760"/>
            <a:ext cx="5636361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Loose-normalised match; honours expected_accepted_values + expected_empty.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71240"/>
            <a:ext cx="3346704" cy="5384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3571240"/>
            <a:ext cx="3182112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extraction_numeric_tolerance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9624" y="3571240"/>
            <a:ext cx="2008022" cy="5384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9352" y="3571240"/>
            <a:ext cx="1843430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extraction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7646" y="3571240"/>
            <a:ext cx="5800953" cy="5384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67374" y="3571240"/>
            <a:ext cx="5636361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Absolute-tolerance numeric compare for fees / rates / periods.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109720"/>
            <a:ext cx="3346704" cy="538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4109720"/>
            <a:ext cx="3182112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extraction_source_substring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9624" y="4109720"/>
            <a:ext cx="2008022" cy="538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59352" y="4109720"/>
            <a:ext cx="1843430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extraction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7646" y="4109720"/>
            <a:ext cx="5800953" cy="538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67374" y="4109720"/>
            <a:ext cx="5636361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Predicted source_text is a substring of the doc — catches hallucinated provenance.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648200"/>
            <a:ext cx="3346704" cy="5384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4648200"/>
            <a:ext cx="3182112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retrieval_recall@5 / MRR / nDCG@10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9624" y="4648200"/>
            <a:ext cx="2008022" cy="5384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59352" y="4648200"/>
            <a:ext cx="1843430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rag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57646" y="4648200"/>
            <a:ext cx="5800953" cy="5384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67374" y="4648200"/>
            <a:ext cx="5636361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Standard IR over expected_relevant_chunk_substrings.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186680"/>
            <a:ext cx="3346704" cy="538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5186680"/>
            <a:ext cx="3182112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rag_answer_contains / citation_count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9624" y="5186680"/>
            <a:ext cx="2008022" cy="538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59352" y="5186680"/>
            <a:ext cx="1843430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rag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57646" y="5186680"/>
            <a:ext cx="5800953" cy="538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67374" y="5186680"/>
            <a:ext cx="5636361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Required substrings (all_of | any_of); citation count window.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725160"/>
            <a:ext cx="3346704" cy="5384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2648" y="5725160"/>
            <a:ext cx="3182112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summary_pe_checklist_coverage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9624" y="5725160"/>
            <a:ext cx="2008022" cy="5384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59352" y="5725160"/>
            <a:ext cx="1843430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summary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57646" y="5725160"/>
            <a:ext cx="5800953" cy="5384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67374" y="5725160"/>
            <a:ext cx="5636361" cy="538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Fraction of PE attributes (fund name, fee, carry, …) that appear in the summary.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63550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All metrics here run with no API key — the same code path runs in CI and locally.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LAYER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LLM-as-judge — structured, model-graded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123590" cy="548640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17320"/>
            <a:ext cx="295899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Inter"/>
              </a:rPr>
              <a:t>Judge schema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26510" y="1417320"/>
            <a:ext cx="3569817" cy="548640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6238" y="1417320"/>
            <a:ext cx="3405225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Inter"/>
              </a:rPr>
              <a:t>Returns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96328" y="1417320"/>
            <a:ext cx="4462272" cy="548640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06056" y="1417320"/>
            <a:ext cx="42976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Inter"/>
              </a:rPr>
              <a:t>Used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65960"/>
            <a:ext cx="312359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965960"/>
            <a:ext cx="295899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FaithfulnessJudgement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26510" y="1965960"/>
            <a:ext cx="356981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6238" y="1965960"/>
            <a:ext cx="3405225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faithful · score · unsupported_claims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96328" y="1965960"/>
            <a:ext cx="446227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06056" y="1965960"/>
            <a:ext cx="42976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summary_faithfulness, rag_answer_faithfulness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514600"/>
            <a:ext cx="3123590" cy="5486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514600"/>
            <a:ext cx="295899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AnswerRelevanceJudgement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26510" y="2514600"/>
            <a:ext cx="3569817" cy="5486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6238" y="2514600"/>
            <a:ext cx="3405225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on_topic · score · reasoning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96328" y="2514600"/>
            <a:ext cx="4462272" cy="5486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6056" y="2514600"/>
            <a:ext cx="42976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rag_answer_relevance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63240"/>
            <a:ext cx="312359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3063240"/>
            <a:ext cx="295899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ContextRelevanceJudgement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26510" y="3063240"/>
            <a:ext cx="356981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6238" y="3063240"/>
            <a:ext cx="3405225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per_chunk_scores · mean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96328" y="3063240"/>
            <a:ext cx="446227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06056" y="3063240"/>
            <a:ext cx="42976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rag_context_relevance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611880"/>
            <a:ext cx="3123590" cy="5486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3611880"/>
            <a:ext cx="295899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BinaryJudgement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26510" y="3611880"/>
            <a:ext cx="3569817" cy="5486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6238" y="3611880"/>
            <a:ext cx="3405225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passed · score · reasoning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96328" y="3611880"/>
            <a:ext cx="4462272" cy="5486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06056" y="3611880"/>
            <a:ext cx="42976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extraction_source_fidelity, sql_intent_match, tool_input_quality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160520"/>
            <a:ext cx="312359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4160520"/>
            <a:ext cx="295899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JudgeMetaJudgement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26510" y="4160520"/>
            <a:ext cx="356981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36238" y="4160520"/>
            <a:ext cx="3405225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calibrated · score · reasoning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96328" y="4160520"/>
            <a:ext cx="446227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06056" y="4160520"/>
            <a:ext cx="42976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judge_meta_calibration (grades the production Judge)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709160"/>
            <a:ext cx="3123590" cy="5486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4709160"/>
            <a:ext cx="295899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RAGAS triad (optional)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26510" y="4709160"/>
            <a:ext cx="3569817" cy="5486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36238" y="4709160"/>
            <a:ext cx="3405225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faithfulness + relevancy + precision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96328" y="4709160"/>
            <a:ext cx="4462272" cy="5486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06056" y="4709160"/>
            <a:ext cx="42976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ragas_triad — composite RAG score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440680"/>
            <a:ext cx="11155680" cy="914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53212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D2A4A"/>
                </a:solidFill>
                <a:latin typeface="Inter"/>
              </a:rPr>
              <a:t>Judge model selection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585216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Default: one tier above production (gpt-5.2 → gpt-5.3, gpt-5.1 → gpt-5.2). Override via EVAL_JUDGE_MODEL. Temperature pinned to 0.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LAYER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Rubrics — multi-criterion, YAML-defined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943600" cy="31089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669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name: extraction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scale: [1, 5]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criteria: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  - id: verbatim_quote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    weight: 0.35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    anchors: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      "1": "Source text is fabricated."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      "5": "Exact verbatim quote with context."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  - id: value_format        { weight: 0.25 }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  - id: unit_correctness    { weight: 0.20 }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  - id: completeness        { weight: 0.20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4173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2A4A"/>
                </a:solidFill>
                <a:latin typeface="Inter"/>
              </a:rPr>
              <a:t>Aggregation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50292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Single judge call returns scores per criterion.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Weighted sum, normalised to [0, 1].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Raw composite kept on the rubric scale (1..5).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Missing criterion → floor; out-of-range → clipped.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Per-criterion reasoning preserved for auditing.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2A4A"/>
                </a:solidFill>
                <a:latin typeface="Inter"/>
              </a:rPr>
              <a:t>Shipped rubrics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166360"/>
            <a:ext cx="2454249" cy="256032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57169" y="5166360"/>
            <a:ext cx="8701430" cy="256032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2271369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Rubric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4329" y="5166360"/>
            <a:ext cx="851855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Top-weighted criteria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422392"/>
            <a:ext cx="2454249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57169" y="5422392"/>
            <a:ext cx="870143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422392"/>
            <a:ext cx="2271369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4329" y="5422392"/>
            <a:ext cx="851855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verbatim_quote 0.35 · value_format 0.25 · unit_correctness 0.20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678424"/>
            <a:ext cx="2454249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57169" y="5678424"/>
            <a:ext cx="8701430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78424"/>
            <a:ext cx="2271369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4329" y="5678424"/>
            <a:ext cx="851855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pe_attribute_coverage 0.35 · faithfulness 0.35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934456"/>
            <a:ext cx="2454249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57169" y="5934456"/>
            <a:ext cx="870143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934456"/>
            <a:ext cx="2271369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4329" y="5934456"/>
            <a:ext cx="851855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sql_intent_match 0.35 · chart_axes_sensible 0.20 · chart_type_appropriate 0.20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190488"/>
            <a:ext cx="2454249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57169" y="6190488"/>
            <a:ext cx="8701430" cy="256032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190488"/>
            <a:ext cx="2271369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agent_trajectory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4329" y="6190488"/>
            <a:ext cx="851855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tool_selection 0.30 · query_reformulation_quality 0.25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LAYER 4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Trajectory — agentic RAG tool-call grading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Production trajectory shape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669280" cy="23774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{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  "answer": "...",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  "trajectory": [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    {"type": "tool_call",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     "name": "search_documents", "args": {...}},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    {"type": "tool_result", ...},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    {"type": "tool_call",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     "name": "lookup_extractions", ...}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  ]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4173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Evaluators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52120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trajectory_subset — required tools called.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trajectory_order — partial-order pairs respected.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no_unnecessary_calls — call-budget penalty.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tool_input_quality — LLM-graded args.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rubric_agent_trajectory — composite.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434840"/>
            <a:ext cx="11155680" cy="17830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52628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Why grade trajectory, not just the answer?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107899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Correct answer + 12 tool calls is a worse agent than correct answer + 2.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Catches cost regressions: ReAct loops invisible to answer-only metrics.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Catches reasoning regressions: wrong tool, right answer = lucky.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DATA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SQL safety, intent, and execution-match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AST-based safety (sqlglot) — not regex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3346704" cy="487680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9624" y="1874519"/>
            <a:ext cx="7808976" cy="487680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3163824" cy="487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Evaluator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86784" y="1874519"/>
            <a:ext cx="7626096" cy="487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62199"/>
            <a:ext cx="3346704" cy="48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9624" y="2362199"/>
            <a:ext cx="7808976" cy="48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62199"/>
            <a:ext cx="3163824" cy="487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sql_validity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6784" y="2362199"/>
            <a:ext cx="7626096" cy="487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Single, parseable Postgres statement.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49879"/>
            <a:ext cx="3346704" cy="4876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9624" y="2849879"/>
            <a:ext cx="7808976" cy="4876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49879"/>
            <a:ext cx="3163824" cy="487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sql_safety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6784" y="2849879"/>
            <a:ext cx="7626096" cy="487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Walks AST; rejects Insert/Update/Delete/Drop/Create/Alter/Truncate/Merge/Grant/Revoke.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59"/>
            <a:ext cx="3346704" cy="48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9624" y="3337559"/>
            <a:ext cx="7808976" cy="48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337559"/>
            <a:ext cx="3163824" cy="487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sql_rejected_as_expected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6784" y="3337559"/>
            <a:ext cx="7626096" cy="487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For negative cases — confirms refusal (empty SQL + non-empty error/explanation).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825239"/>
            <a:ext cx="3346704" cy="4876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9624" y="3825239"/>
            <a:ext cx="7808976" cy="4876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25239"/>
            <a:ext cx="3163824" cy="487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sql_contains_keywords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86784" y="3825239"/>
            <a:ext cx="7626096" cy="487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Soft signal: required keywords present in generated SQL.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12919"/>
            <a:ext cx="3346704" cy="48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9624" y="4312919"/>
            <a:ext cx="7808976" cy="48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312919"/>
            <a:ext cx="3163824" cy="487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chart_shape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86784" y="4312919"/>
            <a:ext cx="7626096" cy="487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Predicted chart_type ∈ expected_accepted_chart_types.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800599"/>
            <a:ext cx="3346704" cy="4876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9624" y="4800599"/>
            <a:ext cx="7808976" cy="4876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800599"/>
            <a:ext cx="3163824" cy="487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sql_exec_match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86784" y="4800599"/>
            <a:ext cx="7626096" cy="487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Executes both reference + predicted SQL inside a rolled-back transaction; row-set equality with Jaccard fallback.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288279"/>
            <a:ext cx="3346704" cy="48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9624" y="5288279"/>
            <a:ext cx="7808976" cy="48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288279"/>
            <a:ext cx="3163824" cy="487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sql_intent_match (judge)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86784" y="5288279"/>
            <a:ext cx="7626096" cy="487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Would the SQL, if executed, answer the user's question?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775959"/>
            <a:ext cx="3346704" cy="4876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49624" y="5775959"/>
            <a:ext cx="7808976" cy="48768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775959"/>
            <a:ext cx="3163824" cy="487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rubric_sql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86784" y="5775959"/>
            <a:ext cx="7626096" cy="487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5-criterion composite — intent · parsimony · chart type · axes · explanation.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3550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Execution-match wraps everything in a transaction that always rolls back — read-only by construction.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Golden datasets + regression harvest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749039" cy="384048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3584447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417320"/>
            <a:ext cx="1188720" cy="384048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417320"/>
            <a:ext cx="10241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Examples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1417320"/>
            <a:ext cx="1188720" cy="384048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1417320"/>
            <a:ext cx="10241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1417320"/>
            <a:ext cx="5029200" cy="384048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417320"/>
            <a:ext cx="486460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801368"/>
            <a:ext cx="374903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801368"/>
            <a:ext cx="3584447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classification_golden.jsonl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801368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801368"/>
            <a:ext cx="10241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Inter"/>
              </a:rP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801368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1801368"/>
            <a:ext cx="10241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Inter"/>
              </a:rPr>
              <a:t>50–100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1801368"/>
            <a:ext cx="5029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1801368"/>
            <a:ext cx="486460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Category + calibration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185416"/>
            <a:ext cx="3749039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185416"/>
            <a:ext cx="3584447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extraction_golden.jsonl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2185416"/>
            <a:ext cx="1188720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2185416"/>
            <a:ext cx="10241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Inter"/>
              </a:rPr>
              <a:t>15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80" y="2185416"/>
            <a:ext cx="1188720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2185416"/>
            <a:ext cx="10241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Inter"/>
              </a:rPr>
              <a:t>30–50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2185416"/>
            <a:ext cx="5029200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2185416"/>
            <a:ext cx="486460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8 LPA fields + verbatim source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569464"/>
            <a:ext cx="374903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2569464"/>
            <a:ext cx="3584447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summary_golden.jsonl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2569464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2569464"/>
            <a:ext cx="10241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Inter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40680" y="2569464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0" y="2569464"/>
            <a:ext cx="10241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Inter"/>
              </a:rPr>
              <a:t>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400" y="2569464"/>
            <a:ext cx="5029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2569464"/>
            <a:ext cx="486460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Reference summary + PE checklist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953512"/>
            <a:ext cx="3749039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2953512"/>
            <a:ext cx="3584447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rag_golden.jsonl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60" y="2953512"/>
            <a:ext cx="1188720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2953512"/>
            <a:ext cx="10241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Inter"/>
              </a:rPr>
              <a:t>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40680" y="2953512"/>
            <a:ext cx="1188720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2120" y="2953512"/>
            <a:ext cx="10241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Inter"/>
              </a:rPr>
              <a:t>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9400" y="2953512"/>
            <a:ext cx="5029200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2953512"/>
            <a:ext cx="486460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Q&amp;A + labelled relevant chunks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337560"/>
            <a:ext cx="374903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3337560"/>
            <a:ext cx="3584447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sql_golden.jsonl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3337560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3337560"/>
            <a:ext cx="10241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Inter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80" y="3337560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3337560"/>
            <a:ext cx="10241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Inter"/>
              </a:rPr>
              <a:t>60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3337560"/>
            <a:ext cx="5029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3337560"/>
            <a:ext cx="486460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NL→SQL + expected row-sets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3721608"/>
            <a:ext cx="3749039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3721608"/>
            <a:ext cx="3584447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pipeline_golden.jsonl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51960" y="3721608"/>
            <a:ext cx="1188720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43400" y="3721608"/>
            <a:ext cx="10241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Inter"/>
              </a:rP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40680" y="3721608"/>
            <a:ext cx="1188720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32120" y="3721608"/>
            <a:ext cx="10241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Inter"/>
              </a:rPr>
              <a:t>10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29400" y="3721608"/>
            <a:ext cx="5029200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20840" y="3721608"/>
            <a:ext cx="486460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Full-pipeline gating correctness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4105656"/>
            <a:ext cx="374903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" y="4105656"/>
            <a:ext cx="3584447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regression_corrections.jsonl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51960" y="4105656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43400" y="4105656"/>
            <a:ext cx="10241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Inter"/>
              </a:rPr>
              <a:t>auto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40680" y="4105656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32120" y="4105656"/>
            <a:ext cx="10241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Inter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29400" y="4105656"/>
            <a:ext cx="5029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20840" y="4105656"/>
            <a:ext cx="486460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Auto-harvested user corrections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4489704"/>
            <a:ext cx="3749039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4489704"/>
            <a:ext cx="3584447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adversarial_synthetic.jsonl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51960" y="4489704"/>
            <a:ext cx="1188720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43400" y="4489704"/>
            <a:ext cx="10241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Inter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40680" y="4489704"/>
            <a:ext cx="1188720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32120" y="4489704"/>
            <a:ext cx="10241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Inter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29400" y="4489704"/>
            <a:ext cx="5029200" cy="38404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20840" y="4489704"/>
            <a:ext cx="486460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Synthesised perturbations (planned)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5148072"/>
            <a:ext cx="11155680" cy="11887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5800" y="5239512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Closed-loop regression harvesting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605272"/>
            <a:ext cx="1078992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User correction in UI → long-term memory namespace → harvest-regressions → regression_corrections.jsonl. Next eval run replays them. New corrections become new tests automatically.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Runner pipeline (per stage)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55680" cy="29260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async def run_experiment(stage, dataset_file, predict, evaluators, ...):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  examples = load_examples(dataset_file, subset, tags)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  run_row  = await repo.create_run(stage, model, judge_model, git_sha, tags)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  for ex in examples: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      prediction = await predict(ex)              # production LLM call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      for key, fn in evaluators: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          result = await invoke(fn, prediction, ex) # sync OR async — both ok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          await repo.add_result(run_row.id, ex.id, key, result.score, ...)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  await repo.finalise_run(run_row, total, duration, summary_scores)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  return { "run_id", "summary_scores", "per_example"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Failure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937760"/>
            <a:ext cx="111556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DB unreachable (CI) → persistence disabled, run continues in-memory.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predict() raises → recorded as { error } prediction; evaluators score against it.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Evaluator raises → score=None + comment; other evaluators keep going.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Stamped on every row: model · judge_model · git_sha · tags · duration.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SCHEMA &amp;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Persistence — Alembic 004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55680" cy="32004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eval_runs                              eval_results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id              uuid pk                id              uuid pk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stage           text                   run_id          uuid fk → eval_runs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dataset_name    text                   example_id      text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model           text                   evaluator_key   text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judge_model     text                   score           float | NULL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git_sha         text                   passed          bool  | NULL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total_examples  int                    comment         text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duration_seconds float                 prediction      jsonb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status          text  (running|...)    expected        jsonb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summary_scores  jsonb                  criteria_breakdown jsonb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tags            jsonb                  INDEX(run_id, evaluator_key)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created_at, updated_at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F2937"/>
                </a:solidFill>
                <a:latin typeface="Menlo"/>
              </a:rPr>
              <a:t>  INDEX(stage, created_at)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REST API   (registered as /api/v1/evals/*)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166360"/>
            <a:ext cx="3346704" cy="213360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9624" y="5166360"/>
            <a:ext cx="7808976" cy="213360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3163824" cy="213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Method ·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6784" y="5166360"/>
            <a:ext cx="7626096" cy="213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379720"/>
            <a:ext cx="3346704" cy="21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9624" y="5379720"/>
            <a:ext cx="7808976" cy="21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379720"/>
            <a:ext cx="3163824" cy="213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GET /evals/overview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86784" y="5379720"/>
            <a:ext cx="7626096" cy="213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Per-stage scorecards (last run + delta vs previous).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593080"/>
            <a:ext cx="3346704" cy="21336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9624" y="5593080"/>
            <a:ext cx="7808976" cy="21336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93080"/>
            <a:ext cx="3163824" cy="213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GET /evals/runs?stage=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86784" y="5593080"/>
            <a:ext cx="7626096" cy="213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Paginated runs, filterable by stage.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806440"/>
            <a:ext cx="3346704" cy="21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9624" y="5806440"/>
            <a:ext cx="7808976" cy="21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3163824" cy="213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GET /evals/runs/{id}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86784" y="5806440"/>
            <a:ext cx="7626096" cy="213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One run + all per-result rows.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019800"/>
            <a:ext cx="3346704" cy="21336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9624" y="6019800"/>
            <a:ext cx="7808976" cy="21336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019800"/>
            <a:ext cx="3163824" cy="213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POST /evals/runs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86784" y="6019800"/>
            <a:ext cx="7626096" cy="213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Trigger a run (stage, subset?, tags?, model?). 202.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233160"/>
            <a:ext cx="3346704" cy="21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9624" y="6233160"/>
            <a:ext cx="7808976" cy="21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233160"/>
            <a:ext cx="3163824" cy="213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GET /evals/trends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86784" y="6233160"/>
            <a:ext cx="7626096" cy="213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Time-series for (stage, evaluator_key).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Dashboard — /evals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Three pages, one source of truth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3703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3703320" cy="914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D2A4A"/>
                </a:solidFill>
                <a:latin typeface="Inter"/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3337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enlo"/>
              </a:rPr>
              <a:t>/evals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34640"/>
            <a:ext cx="3337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Scorecard per stage.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Primary metric + delta vs previous.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Run-now button (202 background task).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703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3703320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D2A4A"/>
                </a:solidFill>
                <a:latin typeface="Inter"/>
              </a:rPr>
              <a:t>Trends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23160"/>
            <a:ext cx="3337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enlo"/>
              </a:rPr>
              <a:t>/evals/trends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834640"/>
            <a:ext cx="3337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Pick stage + evaluator.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Time-series of summary score.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Catches drift across model upgrades.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828800"/>
            <a:ext cx="3703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828800"/>
            <a:ext cx="37033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01168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D2A4A"/>
                </a:solidFill>
                <a:latin typeface="Inter"/>
              </a:rPr>
              <a:t>Run detail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423160"/>
            <a:ext cx="3337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enlo"/>
              </a:rPr>
              <a:t>/evals/runs/:id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834640"/>
            <a:ext cx="3337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Per-example × per-evaluator table.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Trajectory viewer for agentic RAG.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Raw prediction vs expected JSON.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49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Components: ScoreCard · MetricBreakdown · ResultsTable · TrajectoryViewer  (frontend/src/components/evals/)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HOW TO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CLI cheatsheet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55680" cy="32918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Menlo"/>
              </a:rPr>
              <a:t># What stages exist + how many golden examples each has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Menlo"/>
              </a:rPr>
              <a:t>uv run python -m backend.evals.cli list-stages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Menlo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Menlo"/>
              </a:rPr>
              <a:t># Push every non-empty JSONL to LangSmith as pe-doc-intel/&lt;stage&gt;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Menlo"/>
              </a:rPr>
              <a:t>uv run python -m backend.evals.cli sync-datasets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Menlo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Menlo"/>
              </a:rPr>
              <a:t># Pull user corrections from long-term memory into regression set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Menlo"/>
              </a:rPr>
              <a:t>uv run python -m backend.evals.cli harvest-regressions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Menlo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Menlo"/>
              </a:rPr>
              <a:t># Run one stage on the first N examples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Menlo"/>
              </a:rPr>
              <a:t>uv run python -m backend.evals.cli run --stage extraction --subset 5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Menlo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Menlo"/>
              </a:rPr>
              <a:t># Run one stage filtered by tags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Menlo"/>
              </a:rPr>
              <a:t>uv run python -m backend.evals.cli run --stage rag --tags single_hop numeric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Menlo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Menlo"/>
              </a:rPr>
              <a:t># Run all stages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F2937"/>
                </a:solidFill>
                <a:latin typeface="Menlo"/>
              </a:rPr>
              <a:t>uv run python -m backend.evals.cli run --stage 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Required env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212080"/>
            <a:ext cx="1115568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OPENAI_API_KEY — production model.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DATABASE_URL — for run persistence (else in-memory).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LANGSMITH_API_KEY (+ LANGCHAIN_TRACING_V2=true) — dataset sync + traces.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EVAL_JUDGE_MODEL (optional) — override the judge tier.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DURABILITY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Resilience &amp; fault isolation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Every failure mode is contained to the smallest unit that can express it — one evaluator, one example, or one run — so one bad call can't take down a 20-minute suite.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73152" cy="20574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32918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Idempotent engine 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91840" cy="1490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init_engine() returns early if already bound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dispose_engine() in try/finally closes the asyncpg pool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Cures the 'unclosed connection' warning storm from re-init per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920240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73152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29968"/>
            <a:ext cx="32918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JSON-safe coercion at the DB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23160"/>
            <a:ext cx="3291840" cy="1490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_json_safe() scrubs prediction / expected / criteria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Converts LangChain BaseMessage via .model_dump()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datetime → isoformat(); NaN/Inf → None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Keeps JSONB writes from rejecting the whole 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920240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920240"/>
            <a:ext cx="73152" cy="2057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029968"/>
            <a:ext cx="32918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Non-finite score filtering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23160"/>
            <a:ext cx="3291840" cy="1490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Per-example: math.isfinite(score) gate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Per-run: summary_scores drops any evaluator with non-finite values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One flaky ragas NaN no longer poisons the run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60520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160520"/>
            <a:ext cx="73152" cy="2057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70248"/>
            <a:ext cx="32918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Per-evaluator exception containment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3291840" cy="1490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Each evaluator wrapped in try/except BLE001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Failure recorded as {score: None, comment: 'error: …'}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Other evaluators for the same example still run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160520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4160520"/>
            <a:ext cx="73152" cy="20574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270248"/>
            <a:ext cx="32918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LLM call timeout + retry cap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663440"/>
            <a:ext cx="3291840" cy="1490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get_llm(timeout=90, max_retries=3) from settings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Bounds OpenAI 502 + Retry-After: 60 stalls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Caller records the failure and moves 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4160520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4160520"/>
            <a:ext cx="73152" cy="20574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270248"/>
            <a:ext cx="32918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Run-status truthfulness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663440"/>
            <a:ext cx="3291840" cy="1490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except BaseException → rollback + finalise_run(status='failed')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No orphaned 'running' rows in eval_runs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Dashboard deltas remain comparable even after a bad 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Long-term memory &amp; the dogfood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Corrections written by the API server now survive across processes, so the harvest CLI turns real user feedback into new regression tests.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2A4A"/>
                </a:solidFill>
                <a:latin typeface="Inter"/>
              </a:rPr>
              <a:t>SqlAlchemyMemoryStore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54864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Inter"/>
              </a:rPr>
              <a:t>•  Backs the existing memory_entries table — no new schema.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Inter"/>
              </a:rPr>
              <a:t>•  aput / aget / asearch duck-typed against LangGraph BaseStore.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Inter"/>
              </a:rPr>
              <a:t>•  Tuple namespaces encoded with \x1e separator for prefix scans.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Inter"/>
              </a:rPr>
              <a:t>•  Prefix search: namespace = prefix OR namespace LIKE prefix||\x1e||'%'.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Inter"/>
              </a:rPr>
              <a:t>•  Returns LangGraph Item / SearchItem objects for .value / .key / .created_at access.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5257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2A4A"/>
                </a:solidFill>
                <a:latin typeface="Inter"/>
              </a:rPr>
              <a:t>Harvest loop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240280"/>
            <a:ext cx="5257800" cy="26060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331720"/>
            <a:ext cx="507492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1F2937"/>
                </a:solidFill>
                <a:latin typeface="Inter"/>
              </a:rPr>
              <a:t>•  UI: user corrects a classification / extraction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1F2937"/>
                </a:solidFill>
                <a:latin typeface="Inter"/>
              </a:rPr>
              <a:t>•  ⬇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1F2937"/>
                </a:solidFill>
                <a:latin typeface="Inter"/>
              </a:rPr>
              <a:t>•  API: save_correction('classification', key, data)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1F2937"/>
                </a:solidFill>
                <a:latin typeface="Inter"/>
              </a:rPr>
              <a:t>•  ⬇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1F2937"/>
                </a:solidFill>
                <a:latin typeface="Inter"/>
              </a:rPr>
              <a:t>•  memory_entries INSERT … ON CONFLICT (namespace, key) DO UPDATE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1F2937"/>
                </a:solidFill>
                <a:latin typeface="Inter"/>
              </a:rPr>
              <a:t>•  ⬇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1F2937"/>
                </a:solidFill>
                <a:latin typeface="Inter"/>
              </a:rPr>
              <a:t>•  evals.sh harvest-regressions  (separate process)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1F2937"/>
                </a:solidFill>
                <a:latin typeface="Inter"/>
              </a:rPr>
              <a:t>•  ⬇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1F2937"/>
                </a:solidFill>
                <a:latin typeface="Inter"/>
              </a:rPr>
              <a:t>•  load_all_corrections(prefix) → SearchItem list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1F2937"/>
                </a:solidFill>
                <a:latin typeface="Inter"/>
              </a:rPr>
              <a:t>•  ⬇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1F2937"/>
                </a:solidFill>
                <a:latin typeface="Inter"/>
              </a:rPr>
              <a:t>•  regression_corrections.jsonl  →  new eval examples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029200"/>
            <a:ext cx="111556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029200"/>
            <a:ext cx="73152" cy="128016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D2A4A"/>
                </a:solidFill>
                <a:latin typeface="Inter"/>
              </a:rPr>
              <a:t>Fallback &amp; diagnostic behaviour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get_memory_store() probes the DB with SELECT 1 and falls back to InMemoryStore only when Postgres is unreachable (with an explicit warning).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is_ephemeral_store() surfaces the downgrade, and harvest-regressions logs a warning when an empty harvest coincides with the fallback — so '0 corrections' never silently masks a config problem.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Deployment &amp; single-command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One wrapper, any cwd, same venv. Works locally and in CI without path-juggling or PYTHONPATH exports.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./evals.sh  →  backend/ + uv 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40280"/>
            <a:ext cx="548640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#!/usr/bin/env bash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set -euo pipefail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cd "$(cd "$(dirname "$0")" &amp;&amp; pwd)/backend"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exec uv run python -m evals.cli "$@"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4048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Why the chdir? uv anchors to the nearest pyproject.toml; without it, uv from the repo root falls back to the base Python interpreter.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257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sitecustomize.py  (written by init.sh)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240280"/>
            <a:ext cx="525780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331720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import os, sys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_REPO_ROOT = '/…/document_intelligence_adv_v2'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_BACKEND   = os.path.join(_REPO_ROOT, 'backend')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for p in (_REPO_ROOT, _BACKEND):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    if os.path.isdir(p) and p not in sys.path: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F2937"/>
                </a:solidFill>
                <a:latin typeface="Menlo"/>
              </a:rPr>
              <a:t>        sys.path.insert(0, 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80"/>
            <a:ext cx="5257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Why not a .pth file? Python 3.13 skips .pth files marked with the macOS UF_HIDDEN flag — which uv sets on everything in .venv/.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34840"/>
            <a:ext cx="11155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CLI surface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800600"/>
            <a:ext cx="4462272" cy="281940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65192" y="4800600"/>
            <a:ext cx="6693408" cy="281940"/>
          </a:xfrm>
          <a:prstGeom prst="rect">
            <a:avLst/>
          </a:prstGeom>
          <a:solidFill>
            <a:srgbClr val="0D2A4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00600"/>
            <a:ext cx="4279392" cy="2819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4800600"/>
            <a:ext cx="6510528" cy="2819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Purpose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82540"/>
            <a:ext cx="4462272" cy="2819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65192" y="5082540"/>
            <a:ext cx="6693408" cy="2819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082540"/>
            <a:ext cx="4279392" cy="2819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./evals.sh list-stages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5082540"/>
            <a:ext cx="6510528" cy="2819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Print stages + example counts.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364480"/>
            <a:ext cx="4462272" cy="2819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65192" y="5364480"/>
            <a:ext cx="6693408" cy="2819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64480"/>
            <a:ext cx="4279392" cy="2819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./evals.sh sync-datasets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5364480"/>
            <a:ext cx="6510528" cy="2819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Push golden JSONLs to LangSmith.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646420"/>
            <a:ext cx="4462272" cy="2819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65192" y="5646420"/>
            <a:ext cx="6693408" cy="2819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646420"/>
            <a:ext cx="4279392" cy="2819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./evals.sh run --stage &lt;stage&gt; [--subset N] [--tags …]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2352" y="5646420"/>
            <a:ext cx="6510528" cy="2819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Run one stage.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928360"/>
            <a:ext cx="4462272" cy="2819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65192" y="5928360"/>
            <a:ext cx="6693408" cy="28194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928360"/>
            <a:ext cx="4279392" cy="2819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./evals.sh run --stage all [--subset N]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2" y="5928360"/>
            <a:ext cx="6510528" cy="2819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Run every stage + consolidated summary.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210300"/>
            <a:ext cx="4462272" cy="2819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65192" y="6210300"/>
            <a:ext cx="6693408" cy="2819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210300"/>
            <a:ext cx="4279392" cy="2819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./evals.sh harvest-regressions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2" y="6210300"/>
            <a:ext cx="6510528" cy="2819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Write regression_corrections.jsonl from memory_entries.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DESIGN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Pipeline stage — scope &amp; rationale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Full E2E would need seeded DB rows, real PDFs, live Reducto/OpenAI and a checkpointer with thread_id. The pipeline eval instead verifies gate routing + graph traversal — the regressions it can actually catch.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5349240" cy="4572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4983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Catches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498348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Inter"/>
              </a:rPr>
              <a:t>•  Inverted gate comparison (&gt;= vs &lt;=).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Inter"/>
              </a:rPr>
              <a:t>•  Wrong state field read (parse_confidence vs parse_confidence_pct).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Inter"/>
              </a:rPr>
              <a:t>•  Graph edge drift — classify placed before summarize, etc.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Inter"/>
              </a:rPr>
              <a:t>•  await_*_review node inserted into the wrong branch.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Inter"/>
              </a:rPr>
              <a:t>•  Threshold regression — default 90% moved without updating expectations.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920240"/>
            <a:ext cx="5349240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983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D2A4A"/>
                </a:solidFill>
                <a:latin typeface="Inter"/>
              </a:rPr>
              <a:t>Doesn't catch (out of scope)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14600"/>
            <a:ext cx="498348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Inter"/>
              </a:rPr>
              <a:t>•  parse_node Reducto integration regressions.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Inter"/>
              </a:rPr>
              <a:t>•  classify_node / extract_node prompt drift — covered by their own evals.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Inter"/>
              </a:rPr>
              <a:t>•  ingest_node Weaviate schema mismatches.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Inter"/>
              </a:rPr>
              <a:t>•  Real latency / throughput — that's observability, not an eval.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1F2937"/>
                </a:solidFill>
                <a:latin typeface="Inter"/>
              </a:rPr>
              <a:t>•  End-to-end golden outputs on real PDFs — needs a soak environment.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760720"/>
            <a:ext cx="10789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D2A4A"/>
                </a:solidFill>
                <a:latin typeface="Inter"/>
              </a:rPr>
              <a:t>Execution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03504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Inter"/>
              </a:rPr>
              <a:t>_synthesize_state(example)  →  route_after_parse (pure fn)  →  route_after_extract (pure fn)  →  traverse graph edges  →  stages_reached list.   ≈1s per run, no LLM, no DB, no files.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GOLDEN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Coverage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81051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810512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2E86DE"/>
                </a:solidFill>
                <a:latin typeface="Inter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810512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classification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404872" y="1417320"/>
            <a:ext cx="181051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872" y="1645920"/>
            <a:ext cx="1810512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8B5CF6"/>
                </a:solidFill>
                <a:latin typeface="Inter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2377440"/>
            <a:ext cx="1810512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extraction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6824" y="1417320"/>
            <a:ext cx="181051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645920"/>
            <a:ext cx="1810512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Inter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2377440"/>
            <a:ext cx="1810512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summary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417320"/>
            <a:ext cx="181051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1645920"/>
            <a:ext cx="1810512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59E0B"/>
                </a:solidFill>
                <a:latin typeface="Inter"/>
              </a:rP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2377440"/>
            <a:ext cx="1810512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rag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0728" y="1417320"/>
            <a:ext cx="181051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1645920"/>
            <a:ext cx="1810512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0D2A4A"/>
                </a:solidFill>
                <a:latin typeface="Inter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8" y="2377440"/>
            <a:ext cx="1810512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sql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12680" y="1417320"/>
            <a:ext cx="181051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1645920"/>
            <a:ext cx="1810512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EF4444"/>
                </a:solidFill>
                <a:latin typeface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377440"/>
            <a:ext cx="1810512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880360"/>
            <a:ext cx="11155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Extension pattern — inline_content for reproducibility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246120"/>
            <a:ext cx="1115568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Golden records can point at parsed_path OR carry inline_content. Inline-content records are self-contained — no assets on disk, no Weaviate ingestion, no prior parse. Reproducible anywhere.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Every record carries tags for subset runs: ./evals.sh run --stage classification --tags adversarial.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Negative tags (absent_field, hallucination_trap, explicit_none) pin the model's refusal / abstain behaviour, not just accuracy.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Inter"/>
              </a:rPr>
              <a:t>•  Tag taxonomy is open-ended — add a new tag and start filtering on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212080"/>
            <a:ext cx="11155680" cy="1234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03520"/>
            <a:ext cx="10789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D2A4A"/>
                </a:solidFill>
                <a:latin typeface="Inter"/>
              </a:rPr>
              <a:t>Recent coverage bump targets specific gaps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669280"/>
            <a:ext cx="107899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Inter"/>
              </a:rPr>
              <a:t>classification +8 (capital call, PPM, tax K-1, advisory minutes, service agreements)   ·   extraction +9 (target_fund_size, vintage_year, key_person, NY law, Euro format, step-down fee)   ·   summary +6 (side letter, capital-call notice, short LPA, partial terms sheet, PPM)   ·   rag +8 (aggregation, negation, no-answer, date-bounded, fiduciary duties).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The framework is production-viable today. The roadmap below extends coverage depth and reduces the operational surface further.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3611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73152" cy="219456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75688"/>
            <a:ext cx="32918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Coverage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291840" cy="1627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Grow classification 18 → 50 (more negative classes).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Full adversarial_synthetic set (currently empty).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Real-PDF fixtures for parse / extract stages.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RAG: ingest 5+ doc types beyond LPA.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965960"/>
            <a:ext cx="3611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965960"/>
            <a:ext cx="73152" cy="21945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75688"/>
            <a:ext cx="32918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New evaluators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68880"/>
            <a:ext cx="3291840" cy="1627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judge_meta → wire confidence calibration (ECE).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Side-effect checks (ingest_node: Weaviate chunk count).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Cost evaluator: tokens + $ per example, surfaced alongside quality.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Latency SLO evaluator with p50/p95 buckets.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965960"/>
            <a:ext cx="3611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965960"/>
            <a:ext cx="73152" cy="2194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075688"/>
            <a:ext cx="32918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E2E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3291840" cy="1627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Seeded test DB + fixture PDFs.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Mocked Reducto / OpenAI for hermetic runs.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Checkpointed resume across the two review gates.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Pipeline latency budget as part of the run contract.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43400"/>
            <a:ext cx="3611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343400"/>
            <a:ext cx="73152" cy="2194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53128"/>
            <a:ext cx="32918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Closed-loop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3291840" cy="1627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Auto-promote high-correction namespaces to dedicated datasets.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A/B on prompt/model — staged rollout gated by eval deltas.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Regression drift alerts when a primary metric drops &gt; 5 pts.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343400"/>
            <a:ext cx="3611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4343400"/>
            <a:ext cx="73152" cy="21945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453128"/>
            <a:ext cx="32918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Upstream cleanups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846320"/>
            <a:ext cx="3291840" cy="1627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Migrate off deprecated ragas.evaluate() fully.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Replace authlib.jose → joserfc.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Drop MemoryEntry.user_id ORM drift or add the column.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datetime.utcnow() → datetime.now(UTC) in repositories.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4343400"/>
            <a:ext cx="36118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4343400"/>
            <a:ext cx="73152" cy="219456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453128"/>
            <a:ext cx="32918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A4A"/>
                </a:solidFill>
                <a:latin typeface="Inter"/>
              </a:rPr>
              <a:t>Dashboard polish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846320"/>
            <a:ext cx="3291840" cy="1627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Per-tag sub-views (filter to only 'adversarial' on a stage).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Inline per-example drill-down with prediction / expected diff.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Export run + per-example results as CSV / JSON.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Inter"/>
              </a:rPr>
              <a:t>•  Retention + storage policy for eval_results JSONB.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Inter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A4A"/>
                </a:solidFill>
                <a:latin typeface="Inter"/>
              </a:rPr>
              <a:t>What this gives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" cy="3657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2E86DE"/>
                </a:solidFill>
                <a:latin typeface="Inter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LLM surfaces graded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64592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8B5CF6"/>
                </a:solidFill>
                <a:latin typeface="Inter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774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Evaluator layers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4592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Inter"/>
              </a:rPr>
              <a:t>20+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774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Built-in evaluators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4173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64592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59E0B"/>
                </a:solidFill>
                <a:latin typeface="Inter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3774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Inter"/>
              </a:rPr>
              <a:t>YAML rubrics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1089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2A4A"/>
                </a:solidFill>
                <a:latin typeface="Inter"/>
              </a:rPr>
              <a:t>Operational benefits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520440"/>
            <a:ext cx="111556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Inter"/>
              </a:rPr>
              <a:t>•  Pre-merge gate: deterministic metrics run in CI without API keys.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Inter"/>
              </a:rPr>
              <a:t>•  Model-upgrade safety: trends per (stage, evaluator) catch regressions on day one.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Inter"/>
              </a:rPr>
              <a:t>•  Calibration trust: ECE + judge_meta surface confidence drift, not just accuracy.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Inter"/>
              </a:rPr>
              <a:t>•  Closed-loop learning: every UI correction becomes a new regression test.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Inter"/>
              </a:rPr>
              <a:t>•  Provenance: every score row keeps prediction + expected + reasoning for audit.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943600"/>
            <a:ext cx="11155680" cy="502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989320"/>
            <a:ext cx="107899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D2A4A"/>
                </a:solidFill>
                <a:latin typeface="Inter"/>
              </a:rPr>
              <a:t>Read more: docs/eval-framework.md   ·   Code: backend/evals/   ·   Tests: backend/tests/evals/   ·   Migration: alembic/versions/004_add_eval_runs.py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PE Document Intelligence  ·  Evaluation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Inter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