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9144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 Document Intelligence Platform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554480" y="18288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0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 on Microsoft Azure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554480" y="260604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4"/>
          <p:cNvSpPr/>
          <p:nvPr/>
        </p:nvSpPr>
        <p:spPr>
          <a:xfrm>
            <a:off x="1554480" y="2926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Equity  |  LPA &amp; Subscription Agreements  |  DeepAgents + GPT-5.4-mini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document intelligence platform for Private Equity that processes LPA and Subscription Agreement documents through automated classification, extraction, summarization, and retrieval workflows powered by AI agents.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60320" cy="128016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54864" cy="1280160"/>
          </a:xfrm>
          <a:prstGeom prst="rect">
            <a:avLst/>
          </a:prstGeom>
          <a:solidFill>
            <a:srgbClr val="0078D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20848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&amp; Parse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ingestion via Reducto or Azure Document Intelligence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37560" y="1920240"/>
            <a:ext cx="2560320" cy="128016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1920240"/>
            <a:ext cx="54864" cy="1280160"/>
          </a:xfrm>
          <a:prstGeom prst="rect">
            <a:avLst/>
          </a:prstGeom>
          <a:solidFill>
            <a:srgbClr val="0078D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1031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20848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Classification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66160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category assignment with user-defined criteria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26480" y="1920240"/>
            <a:ext cx="2560320" cy="128016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920240"/>
            <a:ext cx="54864" cy="1280160"/>
          </a:xfrm>
          <a:prstGeom prst="rect">
            <a:avLst/>
          </a:prstGeom>
          <a:solidFill>
            <a:srgbClr val="0078D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1031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66560" y="20848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Extraction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55080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field extraction with confidence scoring and judge validation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429000"/>
            <a:ext cx="2560320" cy="128016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48640" y="3429000"/>
            <a:ext cx="54864" cy="1280160"/>
          </a:xfrm>
          <a:prstGeom prst="rect">
            <a:avLst/>
          </a:prstGeom>
          <a:solidFill>
            <a:srgbClr val="0078D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6118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35935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Summarization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77240" y="4069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summaries with key topic identification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337560" y="3429000"/>
            <a:ext cx="2560320" cy="128016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37560" y="3429000"/>
            <a:ext cx="54864" cy="1280160"/>
          </a:xfrm>
          <a:prstGeom prst="rect">
            <a:avLst/>
          </a:prstGeom>
          <a:solidFill>
            <a:srgbClr val="0078D4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61188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77640" y="35935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Chat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566160" y="4069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over ingested documents via Azure AI Search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126480" y="3429000"/>
            <a:ext cx="2560320" cy="128016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26480" y="3429000"/>
            <a:ext cx="54864" cy="1280160"/>
          </a:xfrm>
          <a:prstGeom prst="rect">
            <a:avLst/>
          </a:prstGeom>
          <a:solidFill>
            <a:srgbClr val="0078D4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61188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66560" y="35935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Bulk Processing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355080" y="4069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concurrent pipeline with checkpointing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Architecture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00584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4864" cy="10058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24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8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TIER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8412480" cy="100584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331720"/>
            <a:ext cx="54864" cy="1005840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404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7C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TIER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611880"/>
            <a:ext cx="8412480" cy="123444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3611880"/>
            <a:ext cx="54864" cy="1234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685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AI TIER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1399032"/>
            <a:ext cx="2377440" cy="45720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371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Static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Apps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74520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+ TailwindCSS 4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0" y="1399032"/>
            <a:ext cx="2377440" cy="45720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1371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CDN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content delivery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17920" y="1399032"/>
            <a:ext cx="2377440" cy="45720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371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Front Door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60920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termination + WAF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1520" y="2715768"/>
            <a:ext cx="2377440" cy="5486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26791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Container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74520" y="267919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0" y="2715768"/>
            <a:ext cx="2377440" cy="5486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26791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DeepAgents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17720" y="267919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GPT-5.4-mini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217920" y="2715768"/>
            <a:ext cx="2377440" cy="5486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26791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Key Vault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60920" y="267919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" y="3995928"/>
            <a:ext cx="1874520" cy="59436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32" name="Text 30"/>
          <p:cNvSpPr/>
          <p:nvPr/>
        </p:nvSpPr>
        <p:spPr>
          <a:xfrm>
            <a:off x="576072" y="3977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Database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PostgreSQL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63040" y="397764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Server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606040" y="3995928"/>
            <a:ext cx="1874520" cy="59436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35" name="Text 33"/>
          <p:cNvSpPr/>
          <p:nvPr/>
        </p:nvSpPr>
        <p:spPr>
          <a:xfrm>
            <a:off x="2679192" y="3977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AI Search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566160" y="397764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+ hybrid search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09160" y="3995928"/>
            <a:ext cx="1874520" cy="59436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38" name="Text 36"/>
          <p:cNvSpPr/>
          <p:nvPr/>
        </p:nvSpPr>
        <p:spPr>
          <a:xfrm>
            <a:off x="4782312" y="3977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OpenAI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69280" y="397764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GPT-5.4-mini + Embeddings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12280" y="3995928"/>
            <a:ext cx="1874520" cy="59436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41" name="Text 39"/>
          <p:cNvSpPr/>
          <p:nvPr/>
        </p:nvSpPr>
        <p:spPr>
          <a:xfrm>
            <a:off x="6885432" y="3977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Blob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72400" y="397764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files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Processing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progress through a strict state machine. Single-document mode includes an edit gate; bulk mode runs fully automated.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41248" cy="685800"/>
          </a:xfrm>
          <a:prstGeom prst="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841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23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99616" y="1508760"/>
            <a:ext cx="841248" cy="685800"/>
          </a:xfrm>
          <a:prstGeom prst="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99616" y="1508760"/>
            <a:ext cx="841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22576" y="1691640"/>
            <a:ext cx="23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42032" y="1508760"/>
            <a:ext cx="841248" cy="6858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42032" y="1508760"/>
            <a:ext cx="841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64992" y="1691640"/>
            <a:ext cx="23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84448" y="1508760"/>
            <a:ext cx="841248" cy="685800"/>
          </a:xfrm>
          <a:prstGeom prst="rect">
            <a:avLst/>
          </a:prstGeom>
          <a:solidFill>
            <a:srgbClr val="00B7C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84448" y="1508760"/>
            <a:ext cx="841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07408" y="1691640"/>
            <a:ext cx="23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26864" y="1508760"/>
            <a:ext cx="841248" cy="685800"/>
          </a:xfrm>
          <a:prstGeom prst="rect">
            <a:avLst/>
          </a:prstGeom>
          <a:solidFill>
            <a:srgbClr val="00B7C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26864" y="1508760"/>
            <a:ext cx="841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Judge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49824" y="1691640"/>
            <a:ext cx="23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1508760"/>
            <a:ext cx="841248" cy="68580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0" y="1508760"/>
            <a:ext cx="841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Summarize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1691640"/>
            <a:ext cx="23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11696" y="1508760"/>
            <a:ext cx="841248" cy="68580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11696" y="1508760"/>
            <a:ext cx="841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34656" y="1691640"/>
            <a:ext cx="23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54112" y="1508760"/>
            <a:ext cx="841248" cy="68580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54112" y="1508760"/>
            <a:ext cx="841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514600"/>
            <a:ext cx="8229600" cy="685800"/>
          </a:xfrm>
          <a:prstGeom prst="rect">
            <a:avLst/>
          </a:prstGeom>
          <a:solidFill>
            <a:srgbClr val="162234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2514600"/>
            <a:ext cx="54864" cy="6858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2560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Document Mode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" y="2834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User-driven step-by-step workflow with editing and review gates. Edit step triggers re-entry at CLASSIFIED state. SHA-256 hash deduplication on upload.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383280"/>
            <a:ext cx="8229600" cy="685800"/>
          </a:xfrm>
          <a:prstGeom prst="rect">
            <a:avLst/>
          </a:prstGeom>
          <a:solidFill>
            <a:srgbClr val="162234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3383280"/>
            <a:ext cx="54864" cy="685800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3429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Bulk Processing Mode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" y="3703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LangGraph StateGraph pipeline with 7 nodes. Concurrent processing (configurable, default 3 docs). Per-document error handling with checkpointing.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solidFill>
            <a:srgbClr val="162234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425196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4297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Scoring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" y="4572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subagent evaluates each extracted field as HIGH / MEDIUM / LOW confidence. Low-confidence fields flagged for human review before proceeding.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Parsing Layer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Dual-parser architecture with configurable routing. Users select their preferred parsing engine per document or set a global default.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274320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3931920" cy="4572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Reducto Cloud API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 parsing service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Two-step: upload file → parse URI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structured Markdown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PNG, JPG, TIFF, DOCX, XLSX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logic: 3 attempts, exp backoff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complex layouts, tables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274320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63040"/>
            <a:ext cx="3931920" cy="457200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Document Intelligence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2057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Azure-native cognitive service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Prebuilt + custom models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Layout, Read, and custom extraction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images, Office formats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OCR + handwriting support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forms, structured docs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routing is configurable via config.yml or per-request API parameter. Output is normalized to Markdown and stored in Azure Blob Storage.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7899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058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DeepAgents Orchestrator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89120" y="1005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singleton  |  PII middleware  |  Azure OpenAI Service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1508760" cy="210312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874520"/>
            <a:ext cx="150876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2011680"/>
            <a:ext cx="128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2468880"/>
            <a:ext cx="1289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classification against user-defined categories with reasoning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139696" y="1874520"/>
            <a:ext cx="1508760" cy="210312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139696" y="1874520"/>
            <a:ext cx="1508760" cy="54864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14" name="Text 11"/>
          <p:cNvSpPr/>
          <p:nvPr/>
        </p:nvSpPr>
        <p:spPr>
          <a:xfrm>
            <a:off x="2249424" y="2011680"/>
            <a:ext cx="128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Extractor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249424" y="2468880"/>
            <a:ext cx="1289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Pydantic model from YAML schema. Extracts field_value + source_text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822192" y="1874520"/>
            <a:ext cx="1508760" cy="210312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822192" y="1874520"/>
            <a:ext cx="1508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3931920" y="2011680"/>
            <a:ext cx="128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931920" y="2468880"/>
            <a:ext cx="1289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confidence (high/med/low) per field with detailed reasoning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504688" y="1874520"/>
            <a:ext cx="1508760" cy="210312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504688" y="1874520"/>
            <a:ext cx="15087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5614416" y="2011680"/>
            <a:ext cx="128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Summarizer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614416" y="2468880"/>
            <a:ext cx="1289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concise summary + key topics. Content-hash cache invalidation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187184" y="1874520"/>
            <a:ext cx="1508760" cy="210312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187184" y="1874520"/>
            <a:ext cx="1508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7296912" y="2011680"/>
            <a:ext cx="128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Retriever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296912" y="2468880"/>
            <a:ext cx="1289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via Azure AI Search. Citations with chunk + relevance score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29" name="Text 26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Service  →  GPT-5.4-mini  |  All agents use structured output (Pydantic response_format)  |  PII filtering middleware on every call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Search &amp; RAG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 replaces Weaviate for vector storage and hybrid retrieval, providing enterprise-grade security, RBAC, and managed infrastructure.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32004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 Pipeline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Parsed document content (Markdown)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LangChain SemanticChunker splits on boundaries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Chunk metadata: doc_id, category, name, index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Azure OpenAI embeddings generation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Upsert to Azure AI Search index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Re-ingestion on document edit (delete + re-index)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20040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17320"/>
            <a:ext cx="54864" cy="3200400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AI Search Capabilities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2011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Keyword (BM25)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22128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with linguistic analysis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83480" y="2514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(Semantic)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27157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embeddings with HNSW indexing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83480" y="3017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32186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vector with Reciprocal Rank Fusion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83480" y="3520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37216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by document_id, category, date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83480" y="4023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Ranker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42245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re-ranking for improved relevance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74904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0078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69848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05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Database for PostgreSQL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60020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— file metadata, status, hash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document_categories — user-defined categories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extraction_schemas — per-category YAML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extraction_fields — field definitions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extracted_values — results + confidence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document_summaries — cached summaries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bulk_jobs — job status + counts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bulk_job_documents — per-doc tracking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3931920" cy="374904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00B7C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69848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005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AI Search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Index: document-chunks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937760" y="196596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(Edm.String, searchable)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content_vector (Collection, HNSW)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document_id (filterable)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document_name (retrievable)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document_category (filterable)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file_name (retrievable)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chunk_index (Edm.Int32, sortable)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 (Edm.DateTimeOffset)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Infrastructure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16223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11887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789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 &amp; NETWORKING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Container Apps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hosting (FastAPI)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9748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Static Web Apps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9748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SPA hosting (React)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0916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Front Door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0916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CDN, WAF, SSL termination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2084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Virtual Network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2084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endpoints, network isolation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solidFill>
            <a:srgbClr val="162234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377440"/>
            <a:ext cx="54864" cy="1188720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4505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7C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STORAGE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Database for PostgreSQL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 (Flexible Server)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9748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AI Search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9748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+ hybrid search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0916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Blob Storage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file storage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solidFill>
            <a:srgbClr val="162234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749040"/>
            <a:ext cx="54864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8221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SECURITY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OpenAI Service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4434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GPT-5.4-mini + text embeddings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9748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Document Intelligence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97480" y="4434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parsing (forms, OCR)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916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Key Vault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9160" y="4434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&amp; secrets management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2084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Monitor + App Insights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20840" y="4434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tracing, alerting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840480"/>
        </p:xfrm>
        <a:graphic>
          <a:graphicData uri="http://schemas.openxmlformats.org/drawingml/2006/table">
            <a:tbl>
              <a:tblPr/>
              <a:tblGrid>
                <a:gridCol w="1645920"/>
                <a:gridCol w="3840480"/>
                <a:gridCol w="2743200"/>
              </a:tblGrid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19, Vite, TypeScript, Tailwind 4, TipTap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Static Web Apps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4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3.13, FastAPI, SQLAlchemy 2, AsyncPG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Container Apps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0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Framework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DeepAgents 0.4.12, LangGraph, LangChain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OpenAI 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4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GPT-5.4-mini (classification, extraction, etc.)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OpenAI 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0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Parsing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Reducto Cloud API + Azure Doc Intelligence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Document Intelligence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4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16, Alembic migrations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Database for PostgreSQL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0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Search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AI Search (hybrid: BM25 + vector)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AI Search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4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text-embedding-ada-002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OpenAI 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0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Storage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files, parsed output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Blob Storage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4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 filtering, secret management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Key Vault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1887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Azure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0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document intelligence for Private Equity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0" y="3703320"/>
            <a:ext cx="1828800" cy="2743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AI Agents  ·  Dual Parser  ·  Hybrid Search  ·  Bulk Processing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 Document Intelligence Platform — Azure Architecture</dc:title>
  <dc:subject>PptxGenJS Presentation</dc:subject>
  <dc:creator>PE Document Intelligence</dc:creator>
  <cp:lastModifiedBy>PE Document Intelligence</cp:lastModifiedBy>
  <cp:revision>1</cp:revision>
  <dcterms:created xsi:type="dcterms:W3CDTF">2026-03-30T06:31:52Z</dcterms:created>
  <dcterms:modified xsi:type="dcterms:W3CDTF">2026-03-30T06:31:52Z</dcterms:modified>
</cp:coreProperties>
</file>